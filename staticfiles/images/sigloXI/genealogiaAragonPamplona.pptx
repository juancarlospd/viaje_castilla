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3538200" cy="9531350"/>
  <p:notesSz cx="13538200" cy="95313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5365" y="2954718"/>
            <a:ext cx="11507470" cy="200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30730" y="5337556"/>
            <a:ext cx="9476740" cy="238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0C111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0C111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76910" y="2192210"/>
            <a:ext cx="5889117" cy="62906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972173" y="2192210"/>
            <a:ext cx="5889117" cy="62906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0C111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68083" y="1929174"/>
            <a:ext cx="0" cy="690245"/>
          </a:xfrm>
          <a:custGeom>
            <a:avLst/>
            <a:gdLst/>
            <a:ahLst/>
            <a:cxnLst/>
            <a:rect l="l" t="t" r="r" b="b"/>
            <a:pathLst>
              <a:path w="0" h="690244">
                <a:moveTo>
                  <a:pt x="0" y="689903"/>
                </a:moveTo>
                <a:lnTo>
                  <a:pt x="0" y="0"/>
                </a:lnTo>
              </a:path>
            </a:pathLst>
          </a:custGeom>
          <a:ln w="254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207512" y="983751"/>
            <a:ext cx="0" cy="741045"/>
          </a:xfrm>
          <a:custGeom>
            <a:avLst/>
            <a:gdLst/>
            <a:ahLst/>
            <a:cxnLst/>
            <a:rect l="l" t="t" r="r" b="b"/>
            <a:pathLst>
              <a:path w="0" h="741044">
                <a:moveTo>
                  <a:pt x="0" y="741007"/>
                </a:moveTo>
                <a:lnTo>
                  <a:pt x="0" y="0"/>
                </a:lnTo>
              </a:path>
            </a:pathLst>
          </a:custGeom>
          <a:ln w="254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424201" y="89432"/>
            <a:ext cx="0" cy="767080"/>
          </a:xfrm>
          <a:custGeom>
            <a:avLst/>
            <a:gdLst/>
            <a:ahLst/>
            <a:cxnLst/>
            <a:rect l="l" t="t" r="r" b="b"/>
            <a:pathLst>
              <a:path w="0" h="767080">
                <a:moveTo>
                  <a:pt x="0" y="766559"/>
                </a:moveTo>
                <a:lnTo>
                  <a:pt x="0" y="0"/>
                </a:lnTo>
              </a:path>
            </a:pathLst>
          </a:custGeom>
          <a:ln w="254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538919" y="1929174"/>
            <a:ext cx="0" cy="690245"/>
          </a:xfrm>
          <a:custGeom>
            <a:avLst/>
            <a:gdLst/>
            <a:ahLst/>
            <a:cxnLst/>
            <a:rect l="l" t="t" r="r" b="b"/>
            <a:pathLst>
              <a:path w="0" h="690244">
                <a:moveTo>
                  <a:pt x="0" y="689903"/>
                </a:moveTo>
                <a:lnTo>
                  <a:pt x="0" y="0"/>
                </a:lnTo>
              </a:path>
            </a:pathLst>
          </a:custGeom>
          <a:ln w="254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259687" y="1903622"/>
            <a:ext cx="0" cy="741045"/>
          </a:xfrm>
          <a:custGeom>
            <a:avLst/>
            <a:gdLst/>
            <a:ahLst/>
            <a:cxnLst/>
            <a:rect l="l" t="t" r="r" b="b"/>
            <a:pathLst>
              <a:path w="0" h="741044">
                <a:moveTo>
                  <a:pt x="0" y="741007"/>
                </a:moveTo>
                <a:lnTo>
                  <a:pt x="0" y="0"/>
                </a:lnTo>
              </a:path>
            </a:pathLst>
          </a:custGeom>
          <a:ln w="254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8374405" y="89432"/>
            <a:ext cx="0" cy="767080"/>
          </a:xfrm>
          <a:custGeom>
            <a:avLst/>
            <a:gdLst/>
            <a:ahLst/>
            <a:cxnLst/>
            <a:rect l="l" t="t" r="r" b="b"/>
            <a:pathLst>
              <a:path w="0" h="767080">
                <a:moveTo>
                  <a:pt x="0" y="766559"/>
                </a:moveTo>
                <a:lnTo>
                  <a:pt x="0" y="0"/>
                </a:lnTo>
              </a:path>
            </a:pathLst>
          </a:custGeom>
          <a:ln w="254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8565601" y="983751"/>
            <a:ext cx="0" cy="741045"/>
          </a:xfrm>
          <a:custGeom>
            <a:avLst/>
            <a:gdLst/>
            <a:ahLst/>
            <a:cxnLst/>
            <a:rect l="l" t="t" r="r" b="b"/>
            <a:pathLst>
              <a:path w="0" h="741044">
                <a:moveTo>
                  <a:pt x="0" y="741007"/>
                </a:moveTo>
                <a:lnTo>
                  <a:pt x="0" y="0"/>
                </a:lnTo>
              </a:path>
            </a:pathLst>
          </a:custGeom>
          <a:ln w="254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1994391" y="1890846"/>
            <a:ext cx="0" cy="741045"/>
          </a:xfrm>
          <a:custGeom>
            <a:avLst/>
            <a:gdLst/>
            <a:ahLst/>
            <a:cxnLst/>
            <a:rect l="l" t="t" r="r" b="b"/>
            <a:pathLst>
              <a:path w="0" h="741044">
                <a:moveTo>
                  <a:pt x="0" y="741007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6373215" y="127760"/>
            <a:ext cx="2014220" cy="0"/>
          </a:xfrm>
          <a:custGeom>
            <a:avLst/>
            <a:gdLst/>
            <a:ahLst/>
            <a:cxnLst/>
            <a:rect l="l" t="t" r="r" b="b"/>
            <a:pathLst>
              <a:path w="2014220" h="0">
                <a:moveTo>
                  <a:pt x="0" y="0"/>
                </a:moveTo>
                <a:lnTo>
                  <a:pt x="2013936" y="0"/>
                </a:lnTo>
              </a:path>
            </a:pathLst>
          </a:custGeom>
          <a:ln w="255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6373215" y="830439"/>
            <a:ext cx="2014220" cy="0"/>
          </a:xfrm>
          <a:custGeom>
            <a:avLst/>
            <a:gdLst/>
            <a:ahLst/>
            <a:cxnLst/>
            <a:rect l="l" t="t" r="r" b="b"/>
            <a:pathLst>
              <a:path w="2014220" h="0">
                <a:moveTo>
                  <a:pt x="0" y="0"/>
                </a:moveTo>
                <a:lnTo>
                  <a:pt x="2013936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6169273" y="1022079"/>
            <a:ext cx="2396490" cy="0"/>
          </a:xfrm>
          <a:custGeom>
            <a:avLst/>
            <a:gdLst/>
            <a:ahLst/>
            <a:cxnLst/>
            <a:rect l="l" t="t" r="r" b="b"/>
            <a:pathLst>
              <a:path w="2396490" h="0">
                <a:moveTo>
                  <a:pt x="0" y="0"/>
                </a:moveTo>
                <a:lnTo>
                  <a:pt x="2396329" y="0"/>
                </a:lnTo>
              </a:path>
            </a:pathLst>
          </a:custGeom>
          <a:ln w="255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6169273" y="1699206"/>
            <a:ext cx="2421890" cy="0"/>
          </a:xfrm>
          <a:custGeom>
            <a:avLst/>
            <a:gdLst/>
            <a:ahLst/>
            <a:cxnLst/>
            <a:rect l="l" t="t" r="r" b="b"/>
            <a:pathLst>
              <a:path w="2421890" h="0">
                <a:moveTo>
                  <a:pt x="0" y="0"/>
                </a:moveTo>
                <a:lnTo>
                  <a:pt x="2421821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073079" y="1890846"/>
            <a:ext cx="6934200" cy="0"/>
          </a:xfrm>
          <a:custGeom>
            <a:avLst/>
            <a:gdLst/>
            <a:ahLst/>
            <a:cxnLst/>
            <a:rect l="l" t="t" r="r" b="b"/>
            <a:pathLst>
              <a:path w="6934200" h="0">
                <a:moveTo>
                  <a:pt x="0" y="0"/>
                </a:moveTo>
                <a:lnTo>
                  <a:pt x="6934058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129843" y="2593525"/>
            <a:ext cx="2421890" cy="0"/>
          </a:xfrm>
          <a:custGeom>
            <a:avLst/>
            <a:gdLst/>
            <a:ahLst/>
            <a:cxnLst/>
            <a:rect l="l" t="t" r="r" b="b"/>
            <a:pathLst>
              <a:path w="2421890" h="0">
                <a:moveTo>
                  <a:pt x="0" y="0"/>
                </a:moveTo>
                <a:lnTo>
                  <a:pt x="2421821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646668" y="2593525"/>
            <a:ext cx="956310" cy="0"/>
          </a:xfrm>
          <a:custGeom>
            <a:avLst/>
            <a:gdLst/>
            <a:ahLst/>
            <a:cxnLst/>
            <a:rect l="l" t="t" r="r" b="b"/>
            <a:pathLst>
              <a:path w="956309" h="0">
                <a:moveTo>
                  <a:pt x="0" y="0"/>
                </a:moveTo>
                <a:lnTo>
                  <a:pt x="955982" y="0"/>
                </a:lnTo>
              </a:path>
            </a:pathLst>
          </a:custGeom>
          <a:ln w="255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254928" y="2695733"/>
            <a:ext cx="2880995" cy="0"/>
          </a:xfrm>
          <a:custGeom>
            <a:avLst/>
            <a:gdLst/>
            <a:ahLst/>
            <a:cxnLst/>
            <a:rect l="l" t="t" r="r" b="b"/>
            <a:pathLst>
              <a:path w="2880995" h="0">
                <a:moveTo>
                  <a:pt x="0" y="0"/>
                </a:moveTo>
                <a:lnTo>
                  <a:pt x="2880693" y="0"/>
                </a:lnTo>
              </a:path>
            </a:pathLst>
          </a:custGeom>
          <a:ln w="127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267675" y="2695733"/>
            <a:ext cx="0" cy="728345"/>
          </a:xfrm>
          <a:custGeom>
            <a:avLst/>
            <a:gdLst/>
            <a:ahLst/>
            <a:cxnLst/>
            <a:rect l="l" t="t" r="r" b="b"/>
            <a:pathLst>
              <a:path w="0" h="728345">
                <a:moveTo>
                  <a:pt x="0" y="728231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3122875" y="2695733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408831"/>
                </a:moveTo>
                <a:lnTo>
                  <a:pt x="0" y="0"/>
                </a:lnTo>
              </a:path>
            </a:pathLst>
          </a:custGeom>
          <a:ln w="254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5621176" y="2695733"/>
            <a:ext cx="3250565" cy="408940"/>
          </a:xfrm>
          <a:custGeom>
            <a:avLst/>
            <a:gdLst/>
            <a:ahLst/>
            <a:cxnLst/>
            <a:rect l="l" t="t" r="r" b="b"/>
            <a:pathLst>
              <a:path w="3250565" h="408939">
                <a:moveTo>
                  <a:pt x="12746" y="408831"/>
                </a:moveTo>
                <a:lnTo>
                  <a:pt x="12746" y="0"/>
                </a:lnTo>
              </a:path>
              <a:path w="3250565" h="408939">
                <a:moveTo>
                  <a:pt x="0" y="0"/>
                </a:moveTo>
                <a:lnTo>
                  <a:pt x="3250340" y="0"/>
                </a:lnTo>
              </a:path>
            </a:pathLst>
          </a:custGeom>
          <a:ln w="382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8858769" y="2682957"/>
            <a:ext cx="0" cy="179070"/>
          </a:xfrm>
          <a:custGeom>
            <a:avLst/>
            <a:gdLst/>
            <a:ahLst/>
            <a:cxnLst/>
            <a:rect l="l" t="t" r="r" b="b"/>
            <a:pathLst>
              <a:path w="0" h="179069">
                <a:moveTo>
                  <a:pt x="0" y="178863"/>
                </a:moveTo>
                <a:lnTo>
                  <a:pt x="0" y="0"/>
                </a:lnTo>
              </a:path>
            </a:pathLst>
          </a:custGeom>
          <a:ln w="127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8986234" y="2695733"/>
            <a:ext cx="727075" cy="715645"/>
          </a:xfrm>
          <a:custGeom>
            <a:avLst/>
            <a:gdLst/>
            <a:ahLst/>
            <a:cxnLst/>
            <a:rect l="l" t="t" r="r" b="b"/>
            <a:pathLst>
              <a:path w="727075" h="715645">
                <a:moveTo>
                  <a:pt x="0" y="166087"/>
                </a:moveTo>
                <a:lnTo>
                  <a:pt x="611828" y="166087"/>
                </a:lnTo>
              </a:path>
              <a:path w="727075" h="715645">
                <a:moveTo>
                  <a:pt x="599082" y="715455"/>
                </a:moveTo>
                <a:lnTo>
                  <a:pt x="599082" y="0"/>
                </a:lnTo>
              </a:path>
              <a:path w="727075" h="715645">
                <a:moveTo>
                  <a:pt x="599082" y="0"/>
                </a:moveTo>
                <a:lnTo>
                  <a:pt x="726546" y="0"/>
                </a:lnTo>
              </a:path>
            </a:pathLst>
          </a:custGeom>
          <a:ln w="12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9712781" y="2682957"/>
            <a:ext cx="2715260" cy="741045"/>
          </a:xfrm>
          <a:custGeom>
            <a:avLst/>
            <a:gdLst/>
            <a:ahLst/>
            <a:cxnLst/>
            <a:rect l="l" t="t" r="r" b="b"/>
            <a:pathLst>
              <a:path w="2715259" h="741045">
                <a:moveTo>
                  <a:pt x="0" y="12775"/>
                </a:moveTo>
                <a:lnTo>
                  <a:pt x="2714989" y="12775"/>
                </a:lnTo>
              </a:path>
              <a:path w="2715259" h="741045">
                <a:moveTo>
                  <a:pt x="2689497" y="741007"/>
                </a:moveTo>
                <a:lnTo>
                  <a:pt x="2689497" y="0"/>
                </a:lnTo>
              </a:path>
            </a:pathLst>
          </a:custGeom>
          <a:ln w="382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8858770" y="2861821"/>
            <a:ext cx="0" cy="243204"/>
          </a:xfrm>
          <a:custGeom>
            <a:avLst/>
            <a:gdLst/>
            <a:ahLst/>
            <a:cxnLst/>
            <a:rect l="l" t="t" r="r" b="b"/>
            <a:pathLst>
              <a:path w="0" h="243205">
                <a:moveTo>
                  <a:pt x="0" y="242743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8986234" y="2861821"/>
            <a:ext cx="612140" cy="728345"/>
          </a:xfrm>
          <a:custGeom>
            <a:avLst/>
            <a:gdLst/>
            <a:ahLst/>
            <a:cxnLst/>
            <a:rect l="l" t="t" r="r" b="b"/>
            <a:pathLst>
              <a:path w="612140" h="728345">
                <a:moveTo>
                  <a:pt x="0" y="242743"/>
                </a:moveTo>
                <a:lnTo>
                  <a:pt x="611828" y="242743"/>
                </a:lnTo>
              </a:path>
              <a:path w="612140" h="728345">
                <a:moveTo>
                  <a:pt x="178450" y="728231"/>
                </a:moveTo>
                <a:lnTo>
                  <a:pt x="178450" y="0"/>
                </a:lnTo>
              </a:path>
            </a:pathLst>
          </a:custGeom>
          <a:ln w="12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254928" y="3104564"/>
            <a:ext cx="2893695" cy="319405"/>
          </a:xfrm>
          <a:custGeom>
            <a:avLst/>
            <a:gdLst/>
            <a:ahLst/>
            <a:cxnLst/>
            <a:rect l="l" t="t" r="r" b="b"/>
            <a:pathLst>
              <a:path w="2893695" h="319404">
                <a:moveTo>
                  <a:pt x="0" y="293847"/>
                </a:moveTo>
                <a:lnTo>
                  <a:pt x="2893439" y="293847"/>
                </a:lnTo>
              </a:path>
              <a:path w="2893695" h="319404">
                <a:moveTo>
                  <a:pt x="2867947" y="319399"/>
                </a:moveTo>
                <a:lnTo>
                  <a:pt x="2867947" y="0"/>
                </a:lnTo>
              </a:path>
            </a:pathLst>
          </a:custGeom>
          <a:ln w="382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5633922" y="3104564"/>
            <a:ext cx="0" cy="294005"/>
          </a:xfrm>
          <a:custGeom>
            <a:avLst/>
            <a:gdLst/>
            <a:ahLst/>
            <a:cxnLst/>
            <a:rect l="l" t="t" r="r" b="b"/>
            <a:pathLst>
              <a:path w="0" h="294004">
                <a:moveTo>
                  <a:pt x="0" y="293847"/>
                </a:moveTo>
                <a:lnTo>
                  <a:pt x="0" y="0"/>
                </a:lnTo>
              </a:path>
            </a:pathLst>
          </a:custGeom>
          <a:ln w="254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5621176" y="3398412"/>
            <a:ext cx="3250565" cy="0"/>
          </a:xfrm>
          <a:custGeom>
            <a:avLst/>
            <a:gdLst/>
            <a:ahLst/>
            <a:cxnLst/>
            <a:rect l="l" t="t" r="r" b="b"/>
            <a:pathLst>
              <a:path w="3250565" h="0">
                <a:moveTo>
                  <a:pt x="0" y="0"/>
                </a:moveTo>
                <a:lnTo>
                  <a:pt x="3250340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8858769" y="3104564"/>
            <a:ext cx="0" cy="319405"/>
          </a:xfrm>
          <a:custGeom>
            <a:avLst/>
            <a:gdLst/>
            <a:ahLst/>
            <a:cxnLst/>
            <a:rect l="l" t="t" r="r" b="b"/>
            <a:pathLst>
              <a:path w="0" h="319404">
                <a:moveTo>
                  <a:pt x="0" y="319399"/>
                </a:moveTo>
                <a:lnTo>
                  <a:pt x="0" y="0"/>
                </a:lnTo>
              </a:path>
            </a:pathLst>
          </a:custGeom>
          <a:ln w="254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8846023" y="3398412"/>
            <a:ext cx="752475" cy="0"/>
          </a:xfrm>
          <a:custGeom>
            <a:avLst/>
            <a:gdLst/>
            <a:ahLst/>
            <a:cxnLst/>
            <a:rect l="l" t="t" r="r" b="b"/>
            <a:pathLst>
              <a:path w="752475" h="0">
                <a:moveTo>
                  <a:pt x="0" y="0"/>
                </a:moveTo>
                <a:lnTo>
                  <a:pt x="752039" y="0"/>
                </a:lnTo>
              </a:path>
            </a:pathLst>
          </a:custGeom>
          <a:ln w="127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9585316" y="3398412"/>
            <a:ext cx="2842895" cy="0"/>
          </a:xfrm>
          <a:custGeom>
            <a:avLst/>
            <a:gdLst/>
            <a:ahLst/>
            <a:cxnLst/>
            <a:rect l="l" t="t" r="r" b="b"/>
            <a:pathLst>
              <a:path w="2842895" h="0">
                <a:moveTo>
                  <a:pt x="0" y="0"/>
                </a:moveTo>
                <a:lnTo>
                  <a:pt x="2842454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267675" y="3590052"/>
            <a:ext cx="2855595" cy="0"/>
          </a:xfrm>
          <a:custGeom>
            <a:avLst/>
            <a:gdLst/>
            <a:ahLst/>
            <a:cxnLst/>
            <a:rect l="l" t="t" r="r" b="b"/>
            <a:pathLst>
              <a:path w="2855595" h="0">
                <a:moveTo>
                  <a:pt x="0" y="0"/>
                </a:moveTo>
                <a:lnTo>
                  <a:pt x="2855200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7673351" y="3385636"/>
            <a:ext cx="0" cy="204470"/>
          </a:xfrm>
          <a:custGeom>
            <a:avLst/>
            <a:gdLst/>
            <a:ahLst/>
            <a:cxnLst/>
            <a:rect l="l" t="t" r="r" b="b"/>
            <a:pathLst>
              <a:path w="0" h="204470">
                <a:moveTo>
                  <a:pt x="0" y="204415"/>
                </a:moveTo>
                <a:lnTo>
                  <a:pt x="0" y="0"/>
                </a:lnTo>
              </a:path>
            </a:pathLst>
          </a:custGeom>
          <a:ln w="254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11267845" y="3385636"/>
            <a:ext cx="0" cy="204470"/>
          </a:xfrm>
          <a:custGeom>
            <a:avLst/>
            <a:gdLst/>
            <a:ahLst/>
            <a:cxnLst/>
            <a:rect l="l" t="t" r="r" b="b"/>
            <a:pathLst>
              <a:path w="0" h="204470">
                <a:moveTo>
                  <a:pt x="0" y="204415"/>
                </a:moveTo>
                <a:lnTo>
                  <a:pt x="0" y="0"/>
                </a:lnTo>
              </a:path>
            </a:pathLst>
          </a:custGeom>
          <a:ln w="254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g object 49"/>
          <p:cNvSpPr/>
          <p:nvPr/>
        </p:nvSpPr>
        <p:spPr>
          <a:xfrm>
            <a:off x="267675" y="3577276"/>
            <a:ext cx="0" cy="664845"/>
          </a:xfrm>
          <a:custGeom>
            <a:avLst/>
            <a:gdLst/>
            <a:ahLst/>
            <a:cxnLst/>
            <a:rect l="l" t="t" r="r" b="b"/>
            <a:pathLst>
              <a:path w="0" h="664845">
                <a:moveTo>
                  <a:pt x="0" y="664351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g object 50"/>
          <p:cNvSpPr/>
          <p:nvPr/>
        </p:nvSpPr>
        <p:spPr>
          <a:xfrm>
            <a:off x="3122875" y="3577276"/>
            <a:ext cx="0" cy="664845"/>
          </a:xfrm>
          <a:custGeom>
            <a:avLst/>
            <a:gdLst/>
            <a:ahLst/>
            <a:cxnLst/>
            <a:rect l="l" t="t" r="r" b="b"/>
            <a:pathLst>
              <a:path w="0" h="664845">
                <a:moveTo>
                  <a:pt x="0" y="664351"/>
                </a:moveTo>
                <a:lnTo>
                  <a:pt x="0" y="0"/>
                </a:lnTo>
              </a:path>
            </a:pathLst>
          </a:custGeom>
          <a:ln w="127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g object 51"/>
          <p:cNvSpPr/>
          <p:nvPr/>
        </p:nvSpPr>
        <p:spPr>
          <a:xfrm>
            <a:off x="7673351" y="3590052"/>
            <a:ext cx="0" cy="638810"/>
          </a:xfrm>
          <a:custGeom>
            <a:avLst/>
            <a:gdLst/>
            <a:ahLst/>
            <a:cxnLst/>
            <a:rect l="l" t="t" r="r" b="b"/>
            <a:pathLst>
              <a:path w="0" h="638810">
                <a:moveTo>
                  <a:pt x="0" y="638799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g object 52"/>
          <p:cNvSpPr/>
          <p:nvPr/>
        </p:nvSpPr>
        <p:spPr>
          <a:xfrm>
            <a:off x="11267845" y="3590052"/>
            <a:ext cx="0" cy="664845"/>
          </a:xfrm>
          <a:custGeom>
            <a:avLst/>
            <a:gdLst/>
            <a:ahLst/>
            <a:cxnLst/>
            <a:rect l="l" t="t" r="r" b="b"/>
            <a:pathLst>
              <a:path w="0" h="664845">
                <a:moveTo>
                  <a:pt x="0" y="664351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g object 53"/>
          <p:cNvSpPr/>
          <p:nvPr/>
        </p:nvSpPr>
        <p:spPr>
          <a:xfrm>
            <a:off x="254928" y="4228851"/>
            <a:ext cx="2880995" cy="0"/>
          </a:xfrm>
          <a:custGeom>
            <a:avLst/>
            <a:gdLst/>
            <a:ahLst/>
            <a:cxnLst/>
            <a:rect l="l" t="t" r="r" b="b"/>
            <a:pathLst>
              <a:path w="2880995" h="0">
                <a:moveTo>
                  <a:pt x="0" y="0"/>
                </a:moveTo>
                <a:lnTo>
                  <a:pt x="2880693" y="0"/>
                </a:lnTo>
              </a:path>
            </a:pathLst>
          </a:custGeom>
          <a:ln w="127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g object 54"/>
          <p:cNvSpPr/>
          <p:nvPr/>
        </p:nvSpPr>
        <p:spPr>
          <a:xfrm>
            <a:off x="7660605" y="4228851"/>
            <a:ext cx="3632835" cy="0"/>
          </a:xfrm>
          <a:custGeom>
            <a:avLst/>
            <a:gdLst/>
            <a:ahLst/>
            <a:cxnLst/>
            <a:rect l="l" t="t" r="r" b="b"/>
            <a:pathLst>
              <a:path w="3632834" h="0">
                <a:moveTo>
                  <a:pt x="0" y="0"/>
                </a:moveTo>
                <a:lnTo>
                  <a:pt x="3632732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g object 55"/>
          <p:cNvSpPr/>
          <p:nvPr/>
        </p:nvSpPr>
        <p:spPr>
          <a:xfrm>
            <a:off x="267675" y="4458819"/>
            <a:ext cx="2855595" cy="0"/>
          </a:xfrm>
          <a:custGeom>
            <a:avLst/>
            <a:gdLst/>
            <a:ahLst/>
            <a:cxnLst/>
            <a:rect l="l" t="t" r="r" b="b"/>
            <a:pathLst>
              <a:path w="2855595" h="0">
                <a:moveTo>
                  <a:pt x="0" y="0"/>
                </a:moveTo>
                <a:lnTo>
                  <a:pt x="2855200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g object 56"/>
          <p:cNvSpPr/>
          <p:nvPr/>
        </p:nvSpPr>
        <p:spPr>
          <a:xfrm>
            <a:off x="7443916" y="4458819"/>
            <a:ext cx="4142740" cy="0"/>
          </a:xfrm>
          <a:custGeom>
            <a:avLst/>
            <a:gdLst/>
            <a:ahLst/>
            <a:cxnLst/>
            <a:rect l="l" t="t" r="r" b="b"/>
            <a:pathLst>
              <a:path w="4142740" h="0">
                <a:moveTo>
                  <a:pt x="0" y="0"/>
                </a:moveTo>
                <a:lnTo>
                  <a:pt x="4142590" y="0"/>
                </a:lnTo>
              </a:path>
            </a:pathLst>
          </a:custGeom>
          <a:ln w="127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g object 57"/>
          <p:cNvSpPr/>
          <p:nvPr/>
        </p:nvSpPr>
        <p:spPr>
          <a:xfrm>
            <a:off x="267675" y="4446043"/>
            <a:ext cx="0" cy="856615"/>
          </a:xfrm>
          <a:custGeom>
            <a:avLst/>
            <a:gdLst/>
            <a:ahLst/>
            <a:cxnLst/>
            <a:rect l="l" t="t" r="r" b="b"/>
            <a:pathLst>
              <a:path w="0" h="856614">
                <a:moveTo>
                  <a:pt x="0" y="855990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g object 58"/>
          <p:cNvSpPr/>
          <p:nvPr/>
        </p:nvSpPr>
        <p:spPr>
          <a:xfrm>
            <a:off x="3122875" y="4446043"/>
            <a:ext cx="0" cy="869315"/>
          </a:xfrm>
          <a:custGeom>
            <a:avLst/>
            <a:gdLst/>
            <a:ahLst/>
            <a:cxnLst/>
            <a:rect l="l" t="t" r="r" b="b"/>
            <a:pathLst>
              <a:path w="0" h="869314">
                <a:moveTo>
                  <a:pt x="0" y="868766"/>
                </a:moveTo>
                <a:lnTo>
                  <a:pt x="0" y="0"/>
                </a:lnTo>
              </a:path>
            </a:pathLst>
          </a:custGeom>
          <a:ln w="254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g object 59"/>
          <p:cNvSpPr/>
          <p:nvPr/>
        </p:nvSpPr>
        <p:spPr>
          <a:xfrm>
            <a:off x="7443916" y="4458819"/>
            <a:ext cx="0" cy="588010"/>
          </a:xfrm>
          <a:custGeom>
            <a:avLst/>
            <a:gdLst/>
            <a:ahLst/>
            <a:cxnLst/>
            <a:rect l="l" t="t" r="r" b="b"/>
            <a:pathLst>
              <a:path w="0" h="588010">
                <a:moveTo>
                  <a:pt x="0" y="587695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g object 60"/>
          <p:cNvSpPr/>
          <p:nvPr/>
        </p:nvSpPr>
        <p:spPr>
          <a:xfrm>
            <a:off x="11586505" y="4458819"/>
            <a:ext cx="0" cy="600710"/>
          </a:xfrm>
          <a:custGeom>
            <a:avLst/>
            <a:gdLst/>
            <a:ahLst/>
            <a:cxnLst/>
            <a:rect l="l" t="t" r="r" b="b"/>
            <a:pathLst>
              <a:path w="0" h="600710">
                <a:moveTo>
                  <a:pt x="0" y="600471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g object 61"/>
          <p:cNvSpPr/>
          <p:nvPr/>
        </p:nvSpPr>
        <p:spPr>
          <a:xfrm>
            <a:off x="4040618" y="5046514"/>
            <a:ext cx="2549525" cy="0"/>
          </a:xfrm>
          <a:custGeom>
            <a:avLst/>
            <a:gdLst/>
            <a:ahLst/>
            <a:cxnLst/>
            <a:rect l="l" t="t" r="r" b="b"/>
            <a:pathLst>
              <a:path w="2549525" h="0">
                <a:moveTo>
                  <a:pt x="0" y="0"/>
                </a:moveTo>
                <a:lnTo>
                  <a:pt x="2549286" y="0"/>
                </a:lnTo>
              </a:path>
            </a:pathLst>
          </a:custGeom>
          <a:ln w="127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g object 62"/>
          <p:cNvSpPr/>
          <p:nvPr/>
        </p:nvSpPr>
        <p:spPr>
          <a:xfrm>
            <a:off x="7431169" y="5046514"/>
            <a:ext cx="4180840" cy="0"/>
          </a:xfrm>
          <a:custGeom>
            <a:avLst/>
            <a:gdLst/>
            <a:ahLst/>
            <a:cxnLst/>
            <a:rect l="l" t="t" r="r" b="b"/>
            <a:pathLst>
              <a:path w="4180840" h="0">
                <a:moveTo>
                  <a:pt x="0" y="0"/>
                </a:moveTo>
                <a:lnTo>
                  <a:pt x="4180829" y="0"/>
                </a:lnTo>
              </a:path>
            </a:pathLst>
          </a:custGeom>
          <a:ln w="127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g object 63"/>
          <p:cNvSpPr/>
          <p:nvPr/>
        </p:nvSpPr>
        <p:spPr>
          <a:xfrm>
            <a:off x="254928" y="5289258"/>
            <a:ext cx="1236980" cy="0"/>
          </a:xfrm>
          <a:custGeom>
            <a:avLst/>
            <a:gdLst/>
            <a:ahLst/>
            <a:cxnLst/>
            <a:rect l="l" t="t" r="r" b="b"/>
            <a:pathLst>
              <a:path w="1236980" h="0">
                <a:moveTo>
                  <a:pt x="0" y="0"/>
                </a:moveTo>
                <a:lnTo>
                  <a:pt x="1236403" y="0"/>
                </a:lnTo>
              </a:path>
            </a:pathLst>
          </a:custGeom>
          <a:ln w="127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g object 64"/>
          <p:cNvSpPr/>
          <p:nvPr/>
        </p:nvSpPr>
        <p:spPr>
          <a:xfrm>
            <a:off x="1491332" y="5289258"/>
            <a:ext cx="1644650" cy="0"/>
          </a:xfrm>
          <a:custGeom>
            <a:avLst/>
            <a:gdLst/>
            <a:ahLst/>
            <a:cxnLst/>
            <a:rect l="l" t="t" r="r" b="b"/>
            <a:pathLst>
              <a:path w="1644650" h="0">
                <a:moveTo>
                  <a:pt x="0" y="0"/>
                </a:moveTo>
                <a:lnTo>
                  <a:pt x="1644289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g object 65"/>
          <p:cNvSpPr/>
          <p:nvPr/>
        </p:nvSpPr>
        <p:spPr>
          <a:xfrm>
            <a:off x="4040618" y="5046514"/>
            <a:ext cx="0" cy="243204"/>
          </a:xfrm>
          <a:custGeom>
            <a:avLst/>
            <a:gdLst/>
            <a:ahLst/>
            <a:cxnLst/>
            <a:rect l="l" t="t" r="r" b="b"/>
            <a:pathLst>
              <a:path w="0" h="243204">
                <a:moveTo>
                  <a:pt x="0" y="242743"/>
                </a:moveTo>
                <a:lnTo>
                  <a:pt x="0" y="0"/>
                </a:lnTo>
              </a:path>
            </a:pathLst>
          </a:custGeom>
          <a:ln w="254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bg object 66"/>
          <p:cNvSpPr/>
          <p:nvPr/>
        </p:nvSpPr>
        <p:spPr>
          <a:xfrm>
            <a:off x="6589904" y="5046514"/>
            <a:ext cx="0" cy="1661160"/>
          </a:xfrm>
          <a:custGeom>
            <a:avLst/>
            <a:gdLst/>
            <a:ahLst/>
            <a:cxnLst/>
            <a:rect l="l" t="t" r="r" b="b"/>
            <a:pathLst>
              <a:path w="0" h="1661159">
                <a:moveTo>
                  <a:pt x="0" y="1660877"/>
                </a:moveTo>
                <a:lnTo>
                  <a:pt x="0" y="0"/>
                </a:lnTo>
              </a:path>
            </a:pathLst>
          </a:custGeom>
          <a:ln w="127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bg object 67"/>
          <p:cNvSpPr/>
          <p:nvPr/>
        </p:nvSpPr>
        <p:spPr>
          <a:xfrm>
            <a:off x="7443916" y="5289258"/>
            <a:ext cx="4142740" cy="0"/>
          </a:xfrm>
          <a:custGeom>
            <a:avLst/>
            <a:gdLst/>
            <a:ahLst/>
            <a:cxnLst/>
            <a:rect l="l" t="t" r="r" b="b"/>
            <a:pathLst>
              <a:path w="4142740" h="0">
                <a:moveTo>
                  <a:pt x="0" y="0"/>
                </a:moveTo>
                <a:lnTo>
                  <a:pt x="4142590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bg object 68"/>
          <p:cNvSpPr/>
          <p:nvPr/>
        </p:nvSpPr>
        <p:spPr>
          <a:xfrm>
            <a:off x="1491332" y="5289258"/>
            <a:ext cx="0" cy="345440"/>
          </a:xfrm>
          <a:custGeom>
            <a:avLst/>
            <a:gdLst/>
            <a:ahLst/>
            <a:cxnLst/>
            <a:rect l="l" t="t" r="r" b="b"/>
            <a:pathLst>
              <a:path w="0" h="345439">
                <a:moveTo>
                  <a:pt x="0" y="344951"/>
                </a:moveTo>
                <a:lnTo>
                  <a:pt x="0" y="0"/>
                </a:lnTo>
              </a:path>
            </a:pathLst>
          </a:custGeom>
          <a:ln w="127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bg object 69"/>
          <p:cNvSpPr/>
          <p:nvPr/>
        </p:nvSpPr>
        <p:spPr>
          <a:xfrm>
            <a:off x="4040618" y="5289258"/>
            <a:ext cx="0" cy="652145"/>
          </a:xfrm>
          <a:custGeom>
            <a:avLst/>
            <a:gdLst/>
            <a:ahLst/>
            <a:cxnLst/>
            <a:rect l="l" t="t" r="r" b="b"/>
            <a:pathLst>
              <a:path w="0" h="652145">
                <a:moveTo>
                  <a:pt x="0" y="651575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bg object 70"/>
          <p:cNvSpPr/>
          <p:nvPr/>
        </p:nvSpPr>
        <p:spPr>
          <a:xfrm>
            <a:off x="7087016" y="5493673"/>
            <a:ext cx="179070" cy="0"/>
          </a:xfrm>
          <a:custGeom>
            <a:avLst/>
            <a:gdLst/>
            <a:ahLst/>
            <a:cxnLst/>
            <a:rect l="l" t="t" r="r" b="b"/>
            <a:pathLst>
              <a:path w="179070" h="0">
                <a:moveTo>
                  <a:pt x="0" y="0"/>
                </a:moveTo>
                <a:lnTo>
                  <a:pt x="178450" y="0"/>
                </a:lnTo>
              </a:path>
            </a:pathLst>
          </a:custGeom>
          <a:ln w="255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bg object 71"/>
          <p:cNvSpPr/>
          <p:nvPr/>
        </p:nvSpPr>
        <p:spPr>
          <a:xfrm>
            <a:off x="7443916" y="5289258"/>
            <a:ext cx="0" cy="652145"/>
          </a:xfrm>
          <a:custGeom>
            <a:avLst/>
            <a:gdLst/>
            <a:ahLst/>
            <a:cxnLst/>
            <a:rect l="l" t="t" r="r" b="b"/>
            <a:pathLst>
              <a:path w="0" h="652145">
                <a:moveTo>
                  <a:pt x="0" y="651575"/>
                </a:moveTo>
                <a:lnTo>
                  <a:pt x="0" y="0"/>
                </a:lnTo>
              </a:path>
            </a:pathLst>
          </a:custGeom>
          <a:ln w="127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bg object 72"/>
          <p:cNvSpPr/>
          <p:nvPr/>
        </p:nvSpPr>
        <p:spPr>
          <a:xfrm>
            <a:off x="11586505" y="5276482"/>
            <a:ext cx="0" cy="690245"/>
          </a:xfrm>
          <a:custGeom>
            <a:avLst/>
            <a:gdLst/>
            <a:ahLst/>
            <a:cxnLst/>
            <a:rect l="l" t="t" r="r" b="b"/>
            <a:pathLst>
              <a:path w="0" h="690245">
                <a:moveTo>
                  <a:pt x="0" y="689903"/>
                </a:moveTo>
                <a:lnTo>
                  <a:pt x="0" y="0"/>
                </a:lnTo>
              </a:path>
            </a:pathLst>
          </a:custGeom>
          <a:ln w="127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bg object 73"/>
          <p:cNvSpPr/>
          <p:nvPr/>
        </p:nvSpPr>
        <p:spPr>
          <a:xfrm>
            <a:off x="1491332" y="5634209"/>
            <a:ext cx="612140" cy="0"/>
          </a:xfrm>
          <a:custGeom>
            <a:avLst/>
            <a:gdLst/>
            <a:ahLst/>
            <a:cxnLst/>
            <a:rect l="l" t="t" r="r" b="b"/>
            <a:pathLst>
              <a:path w="612139" h="0">
                <a:moveTo>
                  <a:pt x="0" y="0"/>
                </a:moveTo>
                <a:lnTo>
                  <a:pt x="611828" y="0"/>
                </a:lnTo>
              </a:path>
            </a:pathLst>
          </a:custGeom>
          <a:ln w="255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bg object 74"/>
          <p:cNvSpPr/>
          <p:nvPr/>
        </p:nvSpPr>
        <p:spPr>
          <a:xfrm>
            <a:off x="2103161" y="5634209"/>
            <a:ext cx="1963420" cy="0"/>
          </a:xfrm>
          <a:custGeom>
            <a:avLst/>
            <a:gdLst/>
            <a:ahLst/>
            <a:cxnLst/>
            <a:rect l="l" t="t" r="r" b="b"/>
            <a:pathLst>
              <a:path w="1963420" h="0">
                <a:moveTo>
                  <a:pt x="0" y="0"/>
                </a:moveTo>
                <a:lnTo>
                  <a:pt x="1962950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bg object 75"/>
          <p:cNvSpPr/>
          <p:nvPr/>
        </p:nvSpPr>
        <p:spPr>
          <a:xfrm>
            <a:off x="7087015" y="5493673"/>
            <a:ext cx="0" cy="715645"/>
          </a:xfrm>
          <a:custGeom>
            <a:avLst/>
            <a:gdLst/>
            <a:ahLst/>
            <a:cxnLst/>
            <a:rect l="l" t="t" r="r" b="b"/>
            <a:pathLst>
              <a:path w="0" h="715645">
                <a:moveTo>
                  <a:pt x="0" y="715455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bg object 76"/>
          <p:cNvSpPr/>
          <p:nvPr/>
        </p:nvSpPr>
        <p:spPr>
          <a:xfrm>
            <a:off x="7074269" y="5787521"/>
            <a:ext cx="382905" cy="0"/>
          </a:xfrm>
          <a:custGeom>
            <a:avLst/>
            <a:gdLst/>
            <a:ahLst/>
            <a:cxnLst/>
            <a:rect l="l" t="t" r="r" b="b"/>
            <a:pathLst>
              <a:path w="382904" h="0">
                <a:moveTo>
                  <a:pt x="0" y="0"/>
                </a:moveTo>
                <a:lnTo>
                  <a:pt x="382392" y="0"/>
                </a:lnTo>
              </a:path>
            </a:pathLst>
          </a:custGeom>
          <a:ln w="255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bg object 77"/>
          <p:cNvSpPr/>
          <p:nvPr/>
        </p:nvSpPr>
        <p:spPr>
          <a:xfrm>
            <a:off x="4027872" y="6183577"/>
            <a:ext cx="7049134" cy="0"/>
          </a:xfrm>
          <a:custGeom>
            <a:avLst/>
            <a:gdLst/>
            <a:ahLst/>
            <a:cxnLst/>
            <a:rect l="l" t="t" r="r" b="b"/>
            <a:pathLst>
              <a:path w="7049134" h="0">
                <a:moveTo>
                  <a:pt x="0" y="0"/>
                </a:moveTo>
                <a:lnTo>
                  <a:pt x="7048776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bg object 78"/>
          <p:cNvSpPr/>
          <p:nvPr/>
        </p:nvSpPr>
        <p:spPr>
          <a:xfrm>
            <a:off x="7443916" y="5940833"/>
            <a:ext cx="229870" cy="0"/>
          </a:xfrm>
          <a:custGeom>
            <a:avLst/>
            <a:gdLst/>
            <a:ahLst/>
            <a:cxnLst/>
            <a:rect l="l" t="t" r="r" b="b"/>
            <a:pathLst>
              <a:path w="229870" h="0">
                <a:moveTo>
                  <a:pt x="0" y="0"/>
                </a:moveTo>
                <a:lnTo>
                  <a:pt x="229435" y="0"/>
                </a:lnTo>
              </a:path>
            </a:pathLst>
          </a:custGeom>
          <a:ln w="255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bg object 79"/>
          <p:cNvSpPr/>
          <p:nvPr/>
        </p:nvSpPr>
        <p:spPr>
          <a:xfrm>
            <a:off x="7673351" y="5940833"/>
            <a:ext cx="3926204" cy="0"/>
          </a:xfrm>
          <a:custGeom>
            <a:avLst/>
            <a:gdLst/>
            <a:ahLst/>
            <a:cxnLst/>
            <a:rect l="l" t="t" r="r" b="b"/>
            <a:pathLst>
              <a:path w="3926204" h="0">
                <a:moveTo>
                  <a:pt x="0" y="0"/>
                </a:moveTo>
                <a:lnTo>
                  <a:pt x="3925900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bg object 80"/>
          <p:cNvSpPr/>
          <p:nvPr/>
        </p:nvSpPr>
        <p:spPr>
          <a:xfrm>
            <a:off x="267675" y="6183577"/>
            <a:ext cx="1835785" cy="0"/>
          </a:xfrm>
          <a:custGeom>
            <a:avLst/>
            <a:gdLst/>
            <a:ahLst/>
            <a:cxnLst/>
            <a:rect l="l" t="t" r="r" b="b"/>
            <a:pathLst>
              <a:path w="1835785" h="0">
                <a:moveTo>
                  <a:pt x="0" y="0"/>
                </a:moveTo>
                <a:lnTo>
                  <a:pt x="1835486" y="0"/>
                </a:lnTo>
              </a:path>
            </a:pathLst>
          </a:custGeom>
          <a:ln w="127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bg object 81"/>
          <p:cNvSpPr/>
          <p:nvPr/>
        </p:nvSpPr>
        <p:spPr>
          <a:xfrm>
            <a:off x="4040618" y="5940833"/>
            <a:ext cx="0" cy="255904"/>
          </a:xfrm>
          <a:custGeom>
            <a:avLst/>
            <a:gdLst/>
            <a:ahLst/>
            <a:cxnLst/>
            <a:rect l="l" t="t" r="r" b="b"/>
            <a:pathLst>
              <a:path w="0" h="255904">
                <a:moveTo>
                  <a:pt x="0" y="255519"/>
                </a:moveTo>
                <a:lnTo>
                  <a:pt x="0" y="0"/>
                </a:lnTo>
              </a:path>
            </a:pathLst>
          </a:custGeom>
          <a:ln w="254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bg object 82"/>
          <p:cNvSpPr/>
          <p:nvPr/>
        </p:nvSpPr>
        <p:spPr>
          <a:xfrm>
            <a:off x="267675" y="6183577"/>
            <a:ext cx="0" cy="882015"/>
          </a:xfrm>
          <a:custGeom>
            <a:avLst/>
            <a:gdLst/>
            <a:ahLst/>
            <a:cxnLst/>
            <a:rect l="l" t="t" r="r" b="b"/>
            <a:pathLst>
              <a:path w="0" h="882015">
                <a:moveTo>
                  <a:pt x="0" y="881542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bg object 83"/>
          <p:cNvSpPr/>
          <p:nvPr/>
        </p:nvSpPr>
        <p:spPr>
          <a:xfrm>
            <a:off x="2103161" y="6183577"/>
            <a:ext cx="0" cy="882015"/>
          </a:xfrm>
          <a:custGeom>
            <a:avLst/>
            <a:gdLst/>
            <a:ahLst/>
            <a:cxnLst/>
            <a:rect l="l" t="t" r="r" b="b"/>
            <a:pathLst>
              <a:path w="0" h="882015">
                <a:moveTo>
                  <a:pt x="0" y="881542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bg object 84"/>
          <p:cNvSpPr/>
          <p:nvPr/>
        </p:nvSpPr>
        <p:spPr>
          <a:xfrm>
            <a:off x="4983854" y="6170801"/>
            <a:ext cx="0" cy="869315"/>
          </a:xfrm>
          <a:custGeom>
            <a:avLst/>
            <a:gdLst/>
            <a:ahLst/>
            <a:cxnLst/>
            <a:rect l="l" t="t" r="r" b="b"/>
            <a:pathLst>
              <a:path w="0" h="869315">
                <a:moveTo>
                  <a:pt x="0" y="868766"/>
                </a:moveTo>
                <a:lnTo>
                  <a:pt x="0" y="0"/>
                </a:lnTo>
              </a:path>
            </a:pathLst>
          </a:custGeom>
          <a:ln w="127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bg object 85"/>
          <p:cNvSpPr/>
          <p:nvPr/>
        </p:nvSpPr>
        <p:spPr>
          <a:xfrm>
            <a:off x="254928" y="7039567"/>
            <a:ext cx="1873885" cy="0"/>
          </a:xfrm>
          <a:custGeom>
            <a:avLst/>
            <a:gdLst/>
            <a:ahLst/>
            <a:cxnLst/>
            <a:rect l="l" t="t" r="r" b="b"/>
            <a:pathLst>
              <a:path w="1873885" h="0">
                <a:moveTo>
                  <a:pt x="0" y="0"/>
                </a:moveTo>
                <a:lnTo>
                  <a:pt x="1873725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bg object 86"/>
          <p:cNvSpPr/>
          <p:nvPr/>
        </p:nvSpPr>
        <p:spPr>
          <a:xfrm>
            <a:off x="4983854" y="6707392"/>
            <a:ext cx="1631950" cy="358140"/>
          </a:xfrm>
          <a:custGeom>
            <a:avLst/>
            <a:gdLst/>
            <a:ahLst/>
            <a:cxnLst/>
            <a:rect l="l" t="t" r="r" b="b"/>
            <a:pathLst>
              <a:path w="1631950" h="358140">
                <a:moveTo>
                  <a:pt x="0" y="332175"/>
                </a:moveTo>
                <a:lnTo>
                  <a:pt x="1631543" y="332175"/>
                </a:lnTo>
              </a:path>
              <a:path w="1631950" h="358140">
                <a:moveTo>
                  <a:pt x="1606050" y="357727"/>
                </a:moveTo>
                <a:lnTo>
                  <a:pt x="1606050" y="0"/>
                </a:lnTo>
              </a:path>
            </a:pathLst>
          </a:custGeom>
          <a:ln w="382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bg object 87"/>
          <p:cNvSpPr/>
          <p:nvPr/>
        </p:nvSpPr>
        <p:spPr>
          <a:xfrm>
            <a:off x="4983854" y="7205655"/>
            <a:ext cx="1606550" cy="0"/>
          </a:xfrm>
          <a:custGeom>
            <a:avLst/>
            <a:gdLst/>
            <a:ahLst/>
            <a:cxnLst/>
            <a:rect l="l" t="t" r="r" b="b"/>
            <a:pathLst>
              <a:path w="1606550" h="0">
                <a:moveTo>
                  <a:pt x="0" y="0"/>
                </a:moveTo>
                <a:lnTo>
                  <a:pt x="1606050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bg object 88"/>
          <p:cNvSpPr/>
          <p:nvPr/>
        </p:nvSpPr>
        <p:spPr>
          <a:xfrm>
            <a:off x="7087016" y="7205655"/>
            <a:ext cx="179070" cy="0"/>
          </a:xfrm>
          <a:custGeom>
            <a:avLst/>
            <a:gdLst/>
            <a:ahLst/>
            <a:cxnLst/>
            <a:rect l="l" t="t" r="r" b="b"/>
            <a:pathLst>
              <a:path w="179070" h="0">
                <a:moveTo>
                  <a:pt x="0" y="0"/>
                </a:moveTo>
                <a:lnTo>
                  <a:pt x="178450" y="0"/>
                </a:lnTo>
              </a:path>
            </a:pathLst>
          </a:custGeom>
          <a:ln w="255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bg object 89"/>
          <p:cNvSpPr/>
          <p:nvPr/>
        </p:nvSpPr>
        <p:spPr>
          <a:xfrm>
            <a:off x="7265466" y="7205655"/>
            <a:ext cx="3250565" cy="0"/>
          </a:xfrm>
          <a:custGeom>
            <a:avLst/>
            <a:gdLst/>
            <a:ahLst/>
            <a:cxnLst/>
            <a:rect l="l" t="t" r="r" b="b"/>
            <a:pathLst>
              <a:path w="3250565" h="0">
                <a:moveTo>
                  <a:pt x="0" y="0"/>
                </a:moveTo>
                <a:lnTo>
                  <a:pt x="3250340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bg object 90"/>
          <p:cNvSpPr/>
          <p:nvPr/>
        </p:nvSpPr>
        <p:spPr>
          <a:xfrm>
            <a:off x="4983854" y="7205655"/>
            <a:ext cx="0" cy="920115"/>
          </a:xfrm>
          <a:custGeom>
            <a:avLst/>
            <a:gdLst/>
            <a:ahLst/>
            <a:cxnLst/>
            <a:rect l="l" t="t" r="r" b="b"/>
            <a:pathLst>
              <a:path w="0" h="920115">
                <a:moveTo>
                  <a:pt x="0" y="919870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bg object 91"/>
          <p:cNvSpPr/>
          <p:nvPr/>
        </p:nvSpPr>
        <p:spPr>
          <a:xfrm>
            <a:off x="6589904" y="7192879"/>
            <a:ext cx="0" cy="958215"/>
          </a:xfrm>
          <a:custGeom>
            <a:avLst/>
            <a:gdLst/>
            <a:ahLst/>
            <a:cxnLst/>
            <a:rect l="l" t="t" r="r" b="b"/>
            <a:pathLst>
              <a:path w="0" h="958215">
                <a:moveTo>
                  <a:pt x="0" y="958198"/>
                </a:moveTo>
                <a:lnTo>
                  <a:pt x="0" y="0"/>
                </a:lnTo>
              </a:path>
            </a:pathLst>
          </a:custGeom>
          <a:ln w="127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bg object 92"/>
          <p:cNvSpPr/>
          <p:nvPr/>
        </p:nvSpPr>
        <p:spPr>
          <a:xfrm>
            <a:off x="7087016" y="7205655"/>
            <a:ext cx="0" cy="1047750"/>
          </a:xfrm>
          <a:custGeom>
            <a:avLst/>
            <a:gdLst/>
            <a:ahLst/>
            <a:cxnLst/>
            <a:rect l="l" t="t" r="r" b="b"/>
            <a:pathLst>
              <a:path w="0" h="1047750">
                <a:moveTo>
                  <a:pt x="0" y="1047630"/>
                </a:moveTo>
                <a:lnTo>
                  <a:pt x="0" y="0"/>
                </a:lnTo>
              </a:path>
            </a:pathLst>
          </a:custGeom>
          <a:ln w="127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bg object 93"/>
          <p:cNvSpPr/>
          <p:nvPr/>
        </p:nvSpPr>
        <p:spPr>
          <a:xfrm>
            <a:off x="10515806" y="7192879"/>
            <a:ext cx="0" cy="1060450"/>
          </a:xfrm>
          <a:custGeom>
            <a:avLst/>
            <a:gdLst/>
            <a:ahLst/>
            <a:cxnLst/>
            <a:rect l="l" t="t" r="r" b="b"/>
            <a:pathLst>
              <a:path w="0" h="1060450">
                <a:moveTo>
                  <a:pt x="0" y="1060406"/>
                </a:moveTo>
                <a:lnTo>
                  <a:pt x="0" y="0"/>
                </a:lnTo>
              </a:path>
            </a:pathLst>
          </a:custGeom>
          <a:ln w="127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bg object 94"/>
          <p:cNvSpPr/>
          <p:nvPr/>
        </p:nvSpPr>
        <p:spPr>
          <a:xfrm>
            <a:off x="4971108" y="8125526"/>
            <a:ext cx="1631950" cy="0"/>
          </a:xfrm>
          <a:custGeom>
            <a:avLst/>
            <a:gdLst/>
            <a:ahLst/>
            <a:cxnLst/>
            <a:rect l="l" t="t" r="r" b="b"/>
            <a:pathLst>
              <a:path w="1631950" h="0">
                <a:moveTo>
                  <a:pt x="0" y="0"/>
                </a:moveTo>
                <a:lnTo>
                  <a:pt x="1631543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bg object 95"/>
          <p:cNvSpPr/>
          <p:nvPr/>
        </p:nvSpPr>
        <p:spPr>
          <a:xfrm>
            <a:off x="7087016" y="8125526"/>
            <a:ext cx="179070" cy="0"/>
          </a:xfrm>
          <a:custGeom>
            <a:avLst/>
            <a:gdLst/>
            <a:ahLst/>
            <a:cxnLst/>
            <a:rect l="l" t="t" r="r" b="b"/>
            <a:pathLst>
              <a:path w="179070" h="0">
                <a:moveTo>
                  <a:pt x="0" y="0"/>
                </a:moveTo>
                <a:lnTo>
                  <a:pt x="178450" y="0"/>
                </a:lnTo>
              </a:path>
            </a:pathLst>
          </a:custGeom>
          <a:ln w="255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bg object 96"/>
          <p:cNvSpPr/>
          <p:nvPr/>
        </p:nvSpPr>
        <p:spPr>
          <a:xfrm>
            <a:off x="7265466" y="8125526"/>
            <a:ext cx="3263265" cy="0"/>
          </a:xfrm>
          <a:custGeom>
            <a:avLst/>
            <a:gdLst/>
            <a:ahLst/>
            <a:cxnLst/>
            <a:rect l="l" t="t" r="r" b="b"/>
            <a:pathLst>
              <a:path w="3263265" h="0">
                <a:moveTo>
                  <a:pt x="0" y="0"/>
                </a:moveTo>
                <a:lnTo>
                  <a:pt x="3263086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bg object 97"/>
          <p:cNvSpPr/>
          <p:nvPr/>
        </p:nvSpPr>
        <p:spPr>
          <a:xfrm>
            <a:off x="10515806" y="8125526"/>
            <a:ext cx="561340" cy="0"/>
          </a:xfrm>
          <a:custGeom>
            <a:avLst/>
            <a:gdLst/>
            <a:ahLst/>
            <a:cxnLst/>
            <a:rect l="l" t="t" r="r" b="b"/>
            <a:pathLst>
              <a:path w="561340" h="0">
                <a:moveTo>
                  <a:pt x="0" y="0"/>
                </a:moveTo>
                <a:lnTo>
                  <a:pt x="560842" y="0"/>
                </a:lnTo>
              </a:path>
            </a:pathLst>
          </a:custGeom>
          <a:ln w="127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bg object 98"/>
          <p:cNvSpPr/>
          <p:nvPr/>
        </p:nvSpPr>
        <p:spPr>
          <a:xfrm>
            <a:off x="6233005" y="8355494"/>
            <a:ext cx="3110230" cy="0"/>
          </a:xfrm>
          <a:custGeom>
            <a:avLst/>
            <a:gdLst/>
            <a:ahLst/>
            <a:cxnLst/>
            <a:rect l="l" t="t" r="r" b="b"/>
            <a:pathLst>
              <a:path w="3110229" h="0">
                <a:moveTo>
                  <a:pt x="0" y="0"/>
                </a:moveTo>
                <a:lnTo>
                  <a:pt x="3110129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bg object 99"/>
          <p:cNvSpPr/>
          <p:nvPr/>
        </p:nvSpPr>
        <p:spPr>
          <a:xfrm>
            <a:off x="9712780" y="8355494"/>
            <a:ext cx="3174365" cy="0"/>
          </a:xfrm>
          <a:custGeom>
            <a:avLst/>
            <a:gdLst/>
            <a:ahLst/>
            <a:cxnLst/>
            <a:rect l="l" t="t" r="r" b="b"/>
            <a:pathLst>
              <a:path w="3174365" h="0">
                <a:moveTo>
                  <a:pt x="0" y="0"/>
                </a:moveTo>
                <a:lnTo>
                  <a:pt x="3173861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bg object 100"/>
          <p:cNvSpPr/>
          <p:nvPr/>
        </p:nvSpPr>
        <p:spPr>
          <a:xfrm>
            <a:off x="6233005" y="8355494"/>
            <a:ext cx="0" cy="1022350"/>
          </a:xfrm>
          <a:custGeom>
            <a:avLst/>
            <a:gdLst/>
            <a:ahLst/>
            <a:cxnLst/>
            <a:rect l="l" t="t" r="r" b="b"/>
            <a:pathLst>
              <a:path w="0" h="1022350">
                <a:moveTo>
                  <a:pt x="0" y="1022078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bg object 101"/>
          <p:cNvSpPr/>
          <p:nvPr/>
        </p:nvSpPr>
        <p:spPr>
          <a:xfrm>
            <a:off x="9343134" y="8342718"/>
            <a:ext cx="0" cy="1047750"/>
          </a:xfrm>
          <a:custGeom>
            <a:avLst/>
            <a:gdLst/>
            <a:ahLst/>
            <a:cxnLst/>
            <a:rect l="l" t="t" r="r" b="b"/>
            <a:pathLst>
              <a:path w="0" h="1047750">
                <a:moveTo>
                  <a:pt x="0" y="1047630"/>
                </a:moveTo>
                <a:lnTo>
                  <a:pt x="0" y="0"/>
                </a:lnTo>
              </a:path>
            </a:pathLst>
          </a:custGeom>
          <a:ln w="127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bg object 102"/>
          <p:cNvSpPr/>
          <p:nvPr/>
        </p:nvSpPr>
        <p:spPr>
          <a:xfrm>
            <a:off x="9712780" y="8355494"/>
            <a:ext cx="0" cy="1022350"/>
          </a:xfrm>
          <a:custGeom>
            <a:avLst/>
            <a:gdLst/>
            <a:ahLst/>
            <a:cxnLst/>
            <a:rect l="l" t="t" r="r" b="b"/>
            <a:pathLst>
              <a:path w="0" h="1022350">
                <a:moveTo>
                  <a:pt x="0" y="1022078"/>
                </a:moveTo>
                <a:lnTo>
                  <a:pt x="0" y="0"/>
                </a:lnTo>
              </a:path>
            </a:pathLst>
          </a:custGeom>
          <a:ln w="38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bg object 103"/>
          <p:cNvSpPr/>
          <p:nvPr/>
        </p:nvSpPr>
        <p:spPr>
          <a:xfrm>
            <a:off x="12886642" y="8342718"/>
            <a:ext cx="0" cy="1047750"/>
          </a:xfrm>
          <a:custGeom>
            <a:avLst/>
            <a:gdLst/>
            <a:ahLst/>
            <a:cxnLst/>
            <a:rect l="l" t="t" r="r" b="b"/>
            <a:pathLst>
              <a:path w="0" h="1047750">
                <a:moveTo>
                  <a:pt x="0" y="1047630"/>
                </a:moveTo>
                <a:lnTo>
                  <a:pt x="0" y="0"/>
                </a:lnTo>
              </a:path>
            </a:pathLst>
          </a:custGeom>
          <a:ln w="127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bg object 104"/>
          <p:cNvSpPr/>
          <p:nvPr/>
        </p:nvSpPr>
        <p:spPr>
          <a:xfrm>
            <a:off x="6220258" y="9377573"/>
            <a:ext cx="1453515" cy="0"/>
          </a:xfrm>
          <a:custGeom>
            <a:avLst/>
            <a:gdLst/>
            <a:ahLst/>
            <a:cxnLst/>
            <a:rect l="l" t="t" r="r" b="b"/>
            <a:pathLst>
              <a:path w="1453515" h="0">
                <a:moveTo>
                  <a:pt x="0" y="0"/>
                </a:moveTo>
                <a:lnTo>
                  <a:pt x="1453093" y="0"/>
                </a:lnTo>
              </a:path>
            </a:pathLst>
          </a:custGeom>
          <a:ln w="38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bg object 105"/>
          <p:cNvSpPr/>
          <p:nvPr/>
        </p:nvSpPr>
        <p:spPr>
          <a:xfrm>
            <a:off x="7673351" y="9377573"/>
            <a:ext cx="1682750" cy="0"/>
          </a:xfrm>
          <a:custGeom>
            <a:avLst/>
            <a:gdLst/>
            <a:ahLst/>
            <a:cxnLst/>
            <a:rect l="l" t="t" r="r" b="b"/>
            <a:pathLst>
              <a:path w="1682750" h="0">
                <a:moveTo>
                  <a:pt x="0" y="0"/>
                </a:moveTo>
                <a:lnTo>
                  <a:pt x="1682528" y="0"/>
                </a:lnTo>
              </a:path>
            </a:pathLst>
          </a:custGeom>
          <a:ln w="127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bg object 106"/>
          <p:cNvSpPr/>
          <p:nvPr/>
        </p:nvSpPr>
        <p:spPr>
          <a:xfrm>
            <a:off x="9700034" y="9377573"/>
            <a:ext cx="3199765" cy="0"/>
          </a:xfrm>
          <a:custGeom>
            <a:avLst/>
            <a:gdLst/>
            <a:ahLst/>
            <a:cxnLst/>
            <a:rect l="l" t="t" r="r" b="b"/>
            <a:pathLst>
              <a:path w="3199765" h="0">
                <a:moveTo>
                  <a:pt x="0" y="0"/>
                </a:moveTo>
                <a:lnTo>
                  <a:pt x="3199354" y="0"/>
                </a:lnTo>
              </a:path>
            </a:pathLst>
          </a:custGeom>
          <a:ln w="127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6369" y="70340"/>
            <a:ext cx="12265461" cy="447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0C111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6910" y="2192210"/>
            <a:ext cx="12184380" cy="62906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602988" y="8864156"/>
            <a:ext cx="4332224" cy="4765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76910" y="8864156"/>
            <a:ext cx="3113786" cy="4765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747504" y="8864156"/>
            <a:ext cx="3113786" cy="4765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36947" y="210875"/>
            <a:ext cx="1925320" cy="5981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0650">
              <a:lnSpc>
                <a:spcPts val="2125"/>
              </a:lnSpc>
              <a:spcBef>
                <a:spcPts val="110"/>
              </a:spcBef>
            </a:pPr>
            <a:r>
              <a:rPr dirty="0" sz="1950" spc="105">
                <a:solidFill>
                  <a:srgbClr val="1C3D42"/>
                </a:solidFill>
                <a:latin typeface="Times New Roman"/>
                <a:cs typeface="Times New Roman"/>
              </a:rPr>
              <a:t>ÍÑI(iO</a:t>
            </a:r>
            <a:r>
              <a:rPr dirty="0" sz="1950" spc="-215">
                <a:solidFill>
                  <a:srgbClr val="1C3D42"/>
                </a:solidFill>
                <a:latin typeface="Times New Roman"/>
                <a:cs typeface="Times New Roman"/>
              </a:rPr>
              <a:t> </a:t>
            </a:r>
            <a:r>
              <a:rPr dirty="0" sz="1950" spc="25">
                <a:solidFill>
                  <a:srgbClr val="1C3D42"/>
                </a:solidFill>
                <a:latin typeface="Times New Roman"/>
                <a:cs typeface="Times New Roman"/>
              </a:rPr>
              <a:t>ARIS</a:t>
            </a:r>
            <a:r>
              <a:rPr dirty="0" sz="1950" spc="25">
                <a:solidFill>
                  <a:srgbClr val="152326"/>
                </a:solidFill>
                <a:latin typeface="Times New Roman"/>
                <a:cs typeface="Times New Roman"/>
              </a:rPr>
              <a:t>T</a:t>
            </a:r>
            <a:r>
              <a:rPr dirty="0" sz="1950" spc="25">
                <a:solidFill>
                  <a:srgbClr val="1C3D42"/>
                </a:solidFill>
                <a:latin typeface="Times New Roman"/>
                <a:cs typeface="Times New Roman"/>
              </a:rPr>
              <a:t>A</a:t>
            </a:r>
            <a:endParaRPr sz="1950">
              <a:latin typeface="Times New Roman"/>
              <a:cs typeface="Times New Roman"/>
            </a:endParaRPr>
          </a:p>
          <a:p>
            <a:pPr marL="110489">
              <a:lnSpc>
                <a:spcPts val="2365"/>
              </a:lnSpc>
            </a:pPr>
            <a:r>
              <a:rPr dirty="0" sz="2150" spc="-190">
                <a:solidFill>
                  <a:srgbClr val="265256"/>
                </a:solidFill>
                <a:latin typeface="Times New Roman"/>
                <a:cs typeface="Times New Roman"/>
              </a:rPr>
              <a:t>810?</a:t>
            </a:r>
            <a:r>
              <a:rPr dirty="0" sz="2150" spc="70">
                <a:solidFill>
                  <a:srgbClr val="265256"/>
                </a:solidFill>
                <a:latin typeface="Times New Roman"/>
                <a:cs typeface="Times New Roman"/>
              </a:rPr>
              <a:t> </a:t>
            </a:r>
            <a:r>
              <a:rPr dirty="0" sz="2150" spc="-270">
                <a:solidFill>
                  <a:srgbClr val="0C1113"/>
                </a:solidFill>
                <a:latin typeface="Times New Roman"/>
                <a:cs typeface="Times New Roman"/>
              </a:rPr>
              <a:t>-</a:t>
            </a:r>
            <a:r>
              <a:rPr dirty="0" sz="2150" spc="-270">
                <a:solidFill>
                  <a:srgbClr val="265256"/>
                </a:solidFill>
                <a:latin typeface="Times New Roman"/>
                <a:cs typeface="Times New Roman"/>
              </a:rPr>
              <a:t>852?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8304530">
              <a:lnSpc>
                <a:spcPct val="100000"/>
              </a:lnSpc>
              <a:spcBef>
                <a:spcPts val="114"/>
              </a:spcBef>
            </a:pPr>
            <a:r>
              <a:rPr dirty="0" spc="75"/>
              <a:t>REINO </a:t>
            </a:r>
            <a:r>
              <a:rPr dirty="0" spc="135"/>
              <a:t>DE</a:t>
            </a:r>
            <a:r>
              <a:rPr dirty="0" spc="-200"/>
              <a:t> </a:t>
            </a:r>
            <a:r>
              <a:rPr dirty="0" spc="40"/>
              <a:t>PAMPLONA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1939" y="1373499"/>
            <a:ext cx="2519045" cy="81788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 marR="5080">
              <a:lnSpc>
                <a:spcPts val="2920"/>
              </a:lnSpc>
              <a:spcBef>
                <a:spcPts val="530"/>
              </a:spcBef>
            </a:pPr>
            <a:r>
              <a:rPr dirty="0" sz="2750" spc="60" b="1">
                <a:solidFill>
                  <a:srgbClr val="0C1113"/>
                </a:solidFill>
                <a:latin typeface="Times New Roman"/>
                <a:cs typeface="Times New Roman"/>
              </a:rPr>
              <a:t>CONDADO </a:t>
            </a:r>
            <a:r>
              <a:rPr dirty="0" sz="2750" spc="135" b="1">
                <a:solidFill>
                  <a:srgbClr val="0C1113"/>
                </a:solidFill>
                <a:latin typeface="Times New Roman"/>
                <a:cs typeface="Times New Roman"/>
              </a:rPr>
              <a:t>DE  </a:t>
            </a:r>
            <a:r>
              <a:rPr dirty="0" sz="2750" spc="50" b="1">
                <a:solidFill>
                  <a:srgbClr val="0C1113"/>
                </a:solidFill>
                <a:latin typeface="Times New Roman"/>
                <a:cs typeface="Times New Roman"/>
              </a:rPr>
              <a:t>CASTILLA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0258" y="1105196"/>
            <a:ext cx="2332990" cy="5981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6845">
              <a:lnSpc>
                <a:spcPts val="2125"/>
              </a:lnSpc>
              <a:spcBef>
                <a:spcPts val="110"/>
              </a:spcBef>
            </a:pPr>
            <a:r>
              <a:rPr dirty="0" sz="1950" spc="30">
                <a:solidFill>
                  <a:srgbClr val="1C3D42"/>
                </a:solidFill>
                <a:latin typeface="Times New Roman"/>
                <a:cs typeface="Times New Roman"/>
              </a:rPr>
              <a:t>GAl </a:t>
            </a:r>
            <a:r>
              <a:rPr dirty="0" sz="1950" spc="25">
                <a:solidFill>
                  <a:srgbClr val="1C3D42"/>
                </a:solidFill>
                <a:latin typeface="Times New Roman"/>
                <a:cs typeface="Times New Roman"/>
              </a:rPr>
              <a:t>C'ÍA </a:t>
            </a:r>
            <a:r>
              <a:rPr dirty="0" sz="1950" spc="65">
                <a:solidFill>
                  <a:srgbClr val="1C3D42"/>
                </a:solidFill>
                <a:latin typeface="Times New Roman"/>
                <a:cs typeface="Times New Roman"/>
              </a:rPr>
              <a:t>ÍÑIGl</a:t>
            </a:r>
            <a:r>
              <a:rPr dirty="0" sz="1950" spc="-385">
                <a:solidFill>
                  <a:srgbClr val="1C3D42"/>
                </a:solidFill>
                <a:latin typeface="Times New Roman"/>
                <a:cs typeface="Times New Roman"/>
              </a:rPr>
              <a:t> </a:t>
            </a:r>
            <a:r>
              <a:rPr dirty="0" sz="1950" spc="-45">
                <a:solidFill>
                  <a:srgbClr val="3A757C"/>
                </a:solidFill>
                <a:latin typeface="Times New Roman"/>
                <a:cs typeface="Times New Roman"/>
              </a:rPr>
              <a:t>J</a:t>
            </a:r>
            <a:r>
              <a:rPr dirty="0" sz="1950" spc="-45">
                <a:solidFill>
                  <a:srgbClr val="265256"/>
                </a:solidFill>
                <a:latin typeface="Times New Roman"/>
                <a:cs typeface="Times New Roman"/>
              </a:rPr>
              <a:t>EZ</a:t>
            </a:r>
            <a:endParaRPr sz="1950">
              <a:latin typeface="Times New Roman"/>
              <a:cs typeface="Times New Roman"/>
            </a:endParaRPr>
          </a:p>
          <a:p>
            <a:pPr marL="149225">
              <a:lnSpc>
                <a:spcPts val="2365"/>
              </a:lnSpc>
            </a:pPr>
            <a:r>
              <a:rPr dirty="0" sz="2150" spc="15">
                <a:solidFill>
                  <a:srgbClr val="265256"/>
                </a:solidFill>
                <a:latin typeface="Times New Roman"/>
                <a:cs typeface="Times New Roman"/>
              </a:rPr>
              <a:t>852?</a:t>
            </a:r>
            <a:r>
              <a:rPr dirty="0" sz="2150" spc="15">
                <a:solidFill>
                  <a:srgbClr val="0C1113"/>
                </a:solidFill>
                <a:latin typeface="Times New Roman"/>
                <a:cs typeface="Times New Roman"/>
              </a:rPr>
              <a:t>-</a:t>
            </a:r>
            <a:r>
              <a:rPr dirty="0" sz="2150" spc="15">
                <a:solidFill>
                  <a:srgbClr val="265256"/>
                </a:solidFill>
                <a:latin typeface="Times New Roman"/>
                <a:cs typeface="Times New Roman"/>
              </a:rPr>
              <a:t>870?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10864" y="1916470"/>
            <a:ext cx="10350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0" i="1">
                <a:solidFill>
                  <a:srgbClr val="3A757C"/>
                </a:solidFill>
                <a:latin typeface="Courier New"/>
                <a:cs typeface="Courier New"/>
              </a:rPr>
              <a:t>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24661" y="1878142"/>
            <a:ext cx="12700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15" i="1">
                <a:solidFill>
                  <a:srgbClr val="3A757C"/>
                </a:solidFill>
                <a:latin typeface="Courier New"/>
                <a:cs typeface="Courier New"/>
              </a:rPr>
              <a:t>,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2918" y="1986742"/>
            <a:ext cx="2164080" cy="6108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235"/>
              </a:lnSpc>
              <a:spcBef>
                <a:spcPts val="110"/>
              </a:spcBef>
            </a:pPr>
            <a:r>
              <a:rPr dirty="0" sz="2050" spc="40">
                <a:solidFill>
                  <a:srgbClr val="265256"/>
                </a:solidFill>
                <a:latin typeface="Times New Roman"/>
                <a:cs typeface="Times New Roman"/>
              </a:rPr>
              <a:t>f'Ol{fUN</a:t>
            </a:r>
            <a:r>
              <a:rPr dirty="0" sz="2050" spc="10">
                <a:solidFill>
                  <a:srgbClr val="265256"/>
                </a:solidFill>
                <a:latin typeface="Times New Roman"/>
                <a:cs typeface="Times New Roman"/>
              </a:rPr>
              <a:t> </a:t>
            </a:r>
            <a:r>
              <a:rPr dirty="0" sz="2050" spc="40">
                <a:solidFill>
                  <a:srgbClr val="1C3D42"/>
                </a:solidFill>
                <a:latin typeface="Times New Roman"/>
                <a:cs typeface="Times New Roman"/>
              </a:rPr>
              <a:t>GAllCES</a:t>
            </a:r>
            <a:endParaRPr sz="2050">
              <a:latin typeface="Times New Roman"/>
              <a:cs typeface="Times New Roman"/>
            </a:endParaRPr>
          </a:p>
          <a:p>
            <a:pPr marL="18415">
              <a:lnSpc>
                <a:spcPts val="2355"/>
              </a:lnSpc>
            </a:pPr>
            <a:r>
              <a:rPr dirty="0" sz="2150">
                <a:solidFill>
                  <a:srgbClr val="265256"/>
                </a:solidFill>
                <a:latin typeface="Times New Roman"/>
                <a:cs typeface="Times New Roman"/>
              </a:rPr>
              <a:t>870?</a:t>
            </a:r>
            <a:r>
              <a:rPr dirty="0" sz="2150">
                <a:solidFill>
                  <a:srgbClr val="0C1113"/>
                </a:solidFill>
                <a:latin typeface="Times New Roman"/>
                <a:cs typeface="Times New Roman"/>
              </a:rPr>
              <a:t>-</a:t>
            </a:r>
            <a:r>
              <a:rPr dirty="0" sz="2150">
                <a:solidFill>
                  <a:srgbClr val="265256"/>
                </a:solidFill>
                <a:latin typeface="Times New Roman"/>
                <a:cs typeface="Times New Roman"/>
              </a:rPr>
              <a:t>905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71788" y="1948410"/>
            <a:ext cx="3449954" cy="623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800100">
              <a:lnSpc>
                <a:spcPts val="455"/>
              </a:lnSpc>
              <a:spcBef>
                <a:spcPts val="105"/>
              </a:spcBef>
            </a:pPr>
            <a:r>
              <a:rPr dirty="0" sz="750" spc="35" i="1">
                <a:solidFill>
                  <a:srgbClr val="3A757C"/>
                </a:solidFill>
                <a:latin typeface="Times New Roman"/>
                <a:cs typeface="Times New Roman"/>
              </a:rPr>
              <a:t>L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ts val="1839"/>
              </a:lnSpc>
              <a:tabLst>
                <a:tab pos="1517015" algn="l"/>
              </a:tabLst>
            </a:pPr>
            <a:r>
              <a:rPr dirty="0" sz="1950" spc="70">
                <a:solidFill>
                  <a:srgbClr val="1C3D42"/>
                </a:solidFill>
                <a:latin typeface="Times New Roman"/>
                <a:cs typeface="Times New Roman"/>
              </a:rPr>
              <a:t>SAN</a:t>
            </a:r>
            <a:r>
              <a:rPr dirty="0" sz="1950" spc="70">
                <a:solidFill>
                  <a:srgbClr val="152326"/>
                </a:solidFill>
                <a:latin typeface="Times New Roman"/>
                <a:cs typeface="Times New Roman"/>
              </a:rPr>
              <a:t>(  </a:t>
            </a:r>
            <a:r>
              <a:rPr dirty="0" sz="1950" spc="-229">
                <a:solidFill>
                  <a:srgbClr val="1C3D42"/>
                </a:solidFill>
                <a:latin typeface="Times New Roman"/>
                <a:cs typeface="Times New Roman"/>
              </a:rPr>
              <a:t>I-1</a:t>
            </a:r>
            <a:r>
              <a:rPr dirty="0" sz="1950" spc="-229">
                <a:solidFill>
                  <a:srgbClr val="152326"/>
                </a:solidFill>
                <a:latin typeface="Times New Roman"/>
                <a:cs typeface="Times New Roman"/>
              </a:rPr>
              <a:t>( </a:t>
            </a:r>
            <a:r>
              <a:rPr dirty="0" sz="1950" spc="-110">
                <a:solidFill>
                  <a:srgbClr val="1C3D42"/>
                </a:solidFill>
                <a:latin typeface="Times New Roman"/>
                <a:cs typeface="Times New Roman"/>
              </a:rPr>
              <a:t>)</a:t>
            </a:r>
            <a:r>
              <a:rPr dirty="0" sz="1950" spc="-250">
                <a:solidFill>
                  <a:srgbClr val="1C3D42"/>
                </a:solidFill>
                <a:latin typeface="Times New Roman"/>
                <a:cs typeface="Times New Roman"/>
              </a:rPr>
              <a:t> </a:t>
            </a:r>
            <a:r>
              <a:rPr dirty="0" sz="1950" spc="-160">
                <a:solidFill>
                  <a:srgbClr val="265256"/>
                </a:solidFill>
                <a:latin typeface="Times New Roman"/>
                <a:cs typeface="Times New Roman"/>
              </a:rPr>
              <a:t>I,</a:t>
            </a:r>
            <a:r>
              <a:rPr dirty="0" sz="1950" spc="-30">
                <a:solidFill>
                  <a:srgbClr val="265256"/>
                </a:solidFill>
                <a:latin typeface="Times New Roman"/>
                <a:cs typeface="Times New Roman"/>
              </a:rPr>
              <a:t> </a:t>
            </a:r>
            <a:r>
              <a:rPr dirty="0" sz="1950" spc="-110">
                <a:solidFill>
                  <a:srgbClr val="152326"/>
                </a:solidFill>
                <a:latin typeface="Times New Roman"/>
                <a:cs typeface="Times New Roman"/>
              </a:rPr>
              <a:t>(	</a:t>
            </a:r>
            <a:r>
              <a:rPr dirty="0" sz="1950" spc="-110">
                <a:solidFill>
                  <a:srgbClr val="265256"/>
                </a:solidFill>
                <a:latin typeface="Times New Roman"/>
                <a:cs typeface="Times New Roman"/>
              </a:rPr>
              <a:t>AR</a:t>
            </a:r>
            <a:r>
              <a:rPr dirty="0" sz="1950" spc="-110">
                <a:solidFill>
                  <a:srgbClr val="152326"/>
                </a:solidFill>
                <a:latin typeface="Times New Roman"/>
                <a:cs typeface="Times New Roman"/>
              </a:rPr>
              <a:t>(</a:t>
            </a:r>
            <a:r>
              <a:rPr dirty="0" sz="1950" spc="-110">
                <a:solidFill>
                  <a:srgbClr val="3A757C"/>
                </a:solidFill>
                <a:latin typeface="Times New Roman"/>
                <a:cs typeface="Times New Roman"/>
              </a:rPr>
              <a:t>' </a:t>
            </a:r>
            <a:r>
              <a:rPr dirty="0" sz="1950" spc="70">
                <a:solidFill>
                  <a:srgbClr val="265256"/>
                </a:solidFill>
                <a:latin typeface="Times New Roman"/>
                <a:cs typeface="Times New Roman"/>
              </a:rPr>
              <a:t>ES </a:t>
            </a:r>
            <a:r>
              <a:rPr dirty="0" sz="2050" spc="40">
                <a:solidFill>
                  <a:srgbClr val="265256"/>
                </a:solidFill>
                <a:latin typeface="Times New Roman"/>
                <a:cs typeface="Times New Roman"/>
              </a:rPr>
              <a:t>el</a:t>
            </a:r>
            <a:r>
              <a:rPr dirty="0" sz="2050" spc="-114">
                <a:solidFill>
                  <a:srgbClr val="265256"/>
                </a:solidFill>
                <a:latin typeface="Times New Roman"/>
                <a:cs typeface="Times New Roman"/>
              </a:rPr>
              <a:t> </a:t>
            </a:r>
            <a:r>
              <a:rPr dirty="0" sz="2050" spc="30">
                <a:solidFill>
                  <a:srgbClr val="1C3D42"/>
                </a:solidFill>
                <a:latin typeface="Times New Roman"/>
                <a:cs typeface="Times New Roman"/>
              </a:rPr>
              <a:t>(irande</a:t>
            </a:r>
            <a:endParaRPr sz="2050">
              <a:latin typeface="Times New Roman"/>
              <a:cs typeface="Times New Roman"/>
            </a:endParaRPr>
          </a:p>
          <a:p>
            <a:pPr marL="17145">
              <a:lnSpc>
                <a:spcPts val="2405"/>
              </a:lnSpc>
            </a:pPr>
            <a:r>
              <a:rPr dirty="0" sz="2150" spc="-30">
                <a:solidFill>
                  <a:srgbClr val="1C3D42"/>
                </a:solidFill>
                <a:latin typeface="Times New Roman"/>
                <a:cs typeface="Times New Roman"/>
              </a:rPr>
              <a:t>905-926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6794" y="2829959"/>
            <a:ext cx="2817495" cy="6108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80340">
              <a:lnSpc>
                <a:spcPts val="2235"/>
              </a:lnSpc>
              <a:spcBef>
                <a:spcPts val="110"/>
              </a:spcBef>
            </a:pPr>
            <a:r>
              <a:rPr dirty="0" sz="2050" spc="-114">
                <a:solidFill>
                  <a:srgbClr val="563433"/>
                </a:solidFill>
                <a:latin typeface="Times New Roman"/>
                <a:cs typeface="Times New Roman"/>
              </a:rPr>
              <a:t>Fl--:IlNÁN</a:t>
            </a:r>
            <a:r>
              <a:rPr dirty="0" sz="2050" spc="15">
                <a:solidFill>
                  <a:srgbClr val="563433"/>
                </a:solidFill>
                <a:latin typeface="Times New Roman"/>
                <a:cs typeface="Times New Roman"/>
              </a:rPr>
              <a:t> </a:t>
            </a:r>
            <a:r>
              <a:rPr dirty="0" sz="2050" spc="20">
                <a:solidFill>
                  <a:srgbClr val="563433"/>
                </a:solidFill>
                <a:latin typeface="Times New Roman"/>
                <a:cs typeface="Times New Roman"/>
              </a:rPr>
              <a:t>GONZÁl,EZ</a:t>
            </a:r>
            <a:endParaRPr sz="2050">
              <a:latin typeface="Times New Roman"/>
              <a:cs typeface="Times New Roman"/>
            </a:endParaRPr>
          </a:p>
          <a:p>
            <a:pPr marL="186055">
              <a:lnSpc>
                <a:spcPts val="2355"/>
              </a:lnSpc>
            </a:pPr>
            <a:r>
              <a:rPr dirty="0" sz="2150" spc="-30">
                <a:solidFill>
                  <a:srgbClr val="422624"/>
                </a:solidFill>
                <a:latin typeface="Times New Roman"/>
                <a:cs typeface="Times New Roman"/>
              </a:rPr>
              <a:t>950-970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74234" y="2657479"/>
            <a:ext cx="55244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00" spc="5">
                <a:solidFill>
                  <a:srgbClr val="3F3A0C"/>
                </a:solidFill>
                <a:latin typeface="Times New Roman"/>
                <a:cs typeface="Times New Roman"/>
              </a:rPr>
              <a:t>,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41130" y="2861899"/>
            <a:ext cx="544195" cy="2863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86080" algn="l"/>
              </a:tabLst>
            </a:pPr>
            <a:r>
              <a:rPr dirty="0" sz="1700" spc="-50">
                <a:solidFill>
                  <a:srgbClr val="A13D3F"/>
                </a:solidFill>
                <a:latin typeface="Times New Roman"/>
                <a:cs typeface="Times New Roman"/>
              </a:rPr>
              <a:t>(	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91004" y="2766078"/>
            <a:ext cx="3010535" cy="604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875">
              <a:lnSpc>
                <a:spcPts val="2360"/>
              </a:lnSpc>
              <a:spcBef>
                <a:spcPts val="110"/>
              </a:spcBef>
            </a:pPr>
            <a:r>
              <a:rPr dirty="0" sz="2050" spc="-5">
                <a:solidFill>
                  <a:srgbClr val="3F3A0C"/>
                </a:solidFill>
                <a:latin typeface="Times New Roman"/>
                <a:cs typeface="Times New Roman"/>
              </a:rPr>
              <a:t>EN</a:t>
            </a:r>
            <a:r>
              <a:rPr dirty="0" sz="2050" spc="-5">
                <a:solidFill>
                  <a:srgbClr val="0C1113"/>
                </a:solidFill>
                <a:latin typeface="Times New Roman"/>
                <a:cs typeface="Times New Roman"/>
              </a:rPr>
              <a:t>l</a:t>
            </a:r>
            <a:r>
              <a:rPr dirty="0" sz="2050" spc="-5">
                <a:solidFill>
                  <a:srgbClr val="3F3A0C"/>
                </a:solidFill>
                <a:latin typeface="Times New Roman"/>
                <a:cs typeface="Times New Roman"/>
              </a:rPr>
              <a:t>)</a:t>
            </a:r>
            <a:r>
              <a:rPr dirty="0" sz="2050" spc="-180">
                <a:solidFill>
                  <a:srgbClr val="3F3A0C"/>
                </a:solidFill>
                <a:latin typeface="Times New Roman"/>
                <a:cs typeface="Times New Roman"/>
              </a:rPr>
              <a:t> </a:t>
            </a:r>
            <a:r>
              <a:rPr dirty="0" sz="2050" spc="-55">
                <a:solidFill>
                  <a:srgbClr val="3F3A0C"/>
                </a:solidFill>
                <a:latin typeface="Times New Roman"/>
                <a:cs typeface="Times New Roman"/>
              </a:rPr>
              <a:t>R</a:t>
            </a:r>
            <a:r>
              <a:rPr dirty="0" sz="2050" spc="-55">
                <a:solidFill>
                  <a:srgbClr val="261C08"/>
                </a:solidFill>
                <a:latin typeface="Times New Roman"/>
                <a:cs typeface="Times New Roman"/>
              </a:rPr>
              <a:t>E</a:t>
            </a:r>
            <a:r>
              <a:rPr dirty="0" sz="2050" spc="-55">
                <a:solidFill>
                  <a:srgbClr val="3F3A0C"/>
                </a:solidFill>
                <a:latin typeface="Times New Roman"/>
                <a:cs typeface="Times New Roman"/>
              </a:rPr>
              <a:t>(</a:t>
            </a:r>
            <a:r>
              <a:rPr dirty="0" sz="2050" spc="-240">
                <a:solidFill>
                  <a:srgbClr val="3F3A0C"/>
                </a:solidFill>
                <a:latin typeface="Times New Roman"/>
                <a:cs typeface="Times New Roman"/>
              </a:rPr>
              <a:t> </a:t>
            </a:r>
            <a:r>
              <a:rPr dirty="0" sz="2050" spc="45">
                <a:solidFill>
                  <a:srgbClr val="3F3A0C"/>
                </a:solidFill>
                <a:latin typeface="Times New Roman"/>
                <a:cs typeface="Times New Roman"/>
              </a:rPr>
              <a:t>r(</a:t>
            </a:r>
            <a:r>
              <a:rPr dirty="0" sz="2050" spc="45">
                <a:solidFill>
                  <a:srgbClr val="261C08"/>
                </a:solidFill>
                <a:latin typeface="Times New Roman"/>
                <a:cs typeface="Times New Roman"/>
              </a:rPr>
              <a:t>f</a:t>
            </a:r>
            <a:r>
              <a:rPr dirty="0" sz="2050" spc="-250">
                <a:solidFill>
                  <a:srgbClr val="261C08"/>
                </a:solidFill>
                <a:latin typeface="Times New Roman"/>
                <a:cs typeface="Times New Roman"/>
              </a:rPr>
              <a:t> </a:t>
            </a:r>
            <a:r>
              <a:rPr dirty="0" sz="2050" spc="-180">
                <a:solidFill>
                  <a:srgbClr val="3F3A0C"/>
                </a:solidFill>
                <a:latin typeface="Times New Roman"/>
                <a:cs typeface="Times New Roman"/>
              </a:rPr>
              <a:t>l'OCiA</a:t>
            </a:r>
            <a:r>
              <a:rPr dirty="0" sz="2050" spc="-180">
                <a:solidFill>
                  <a:srgbClr val="261C08"/>
                </a:solidFill>
                <a:latin typeface="Times New Roman"/>
                <a:cs typeface="Times New Roman"/>
              </a:rPr>
              <a:t>,</a:t>
            </a:r>
            <a:r>
              <a:rPr dirty="0" sz="2050" spc="-140">
                <a:solidFill>
                  <a:srgbClr val="261C08"/>
                </a:solidFill>
                <a:latin typeface="Times New Roman"/>
                <a:cs typeface="Times New Roman"/>
              </a:rPr>
              <a:t> </a:t>
            </a:r>
            <a:r>
              <a:rPr dirty="0" sz="2050" spc="-225">
                <a:solidFill>
                  <a:srgbClr val="261C08"/>
                </a:solidFill>
                <a:latin typeface="Times New Roman"/>
                <a:cs typeface="Times New Roman"/>
              </a:rPr>
              <a:t>I</a:t>
            </a:r>
            <a:r>
              <a:rPr dirty="0" sz="2050" spc="-155">
                <a:solidFill>
                  <a:srgbClr val="261C08"/>
                </a:solidFill>
                <a:latin typeface="Times New Roman"/>
                <a:cs typeface="Times New Roman"/>
              </a:rPr>
              <a:t> </a:t>
            </a:r>
            <a:r>
              <a:rPr dirty="0" sz="2050" spc="-225">
                <a:solidFill>
                  <a:srgbClr val="3F3A0C"/>
                </a:solidFill>
                <a:latin typeface="Times New Roman"/>
                <a:cs typeface="Times New Roman"/>
              </a:rPr>
              <a:t>I</a:t>
            </a:r>
            <a:r>
              <a:rPr dirty="0" sz="2050" spc="-295">
                <a:solidFill>
                  <a:srgbClr val="3F3A0C"/>
                </a:solidFill>
                <a:latin typeface="Times New Roman"/>
                <a:cs typeface="Times New Roman"/>
              </a:rPr>
              <a:t> </a:t>
            </a:r>
            <a:r>
              <a:rPr dirty="0" sz="2050" spc="-145">
                <a:solidFill>
                  <a:srgbClr val="3F3A0C"/>
                </a:solidFill>
                <a:latin typeface="Times New Roman"/>
                <a:cs typeface="Times New Roman"/>
              </a:rPr>
              <a:t>N</a:t>
            </a:r>
            <a:r>
              <a:rPr dirty="0" sz="2050" spc="-145">
                <a:solidFill>
                  <a:srgbClr val="0C1113"/>
                </a:solidFill>
                <a:latin typeface="Times New Roman"/>
                <a:cs typeface="Times New Roman"/>
              </a:rPr>
              <a:t>l</a:t>
            </a:r>
            <a:r>
              <a:rPr dirty="0" sz="2050" spc="-254">
                <a:solidFill>
                  <a:srgbClr val="0C1113"/>
                </a:solidFill>
                <a:latin typeface="Times New Roman"/>
                <a:cs typeface="Times New Roman"/>
              </a:rPr>
              <a:t> </a:t>
            </a:r>
            <a:r>
              <a:rPr dirty="0" sz="2050" spc="-260">
                <a:solidFill>
                  <a:srgbClr val="261C08"/>
                </a:solidFill>
                <a:latin typeface="Times New Roman"/>
                <a:cs typeface="Times New Roman"/>
              </a:rPr>
              <a:t>)</a:t>
            </a:r>
            <a:r>
              <a:rPr dirty="0" sz="2050" spc="-130">
                <a:solidFill>
                  <a:srgbClr val="261C08"/>
                </a:solidFill>
                <a:latin typeface="Times New Roman"/>
                <a:cs typeface="Times New Roman"/>
              </a:rPr>
              <a:t> </a:t>
            </a:r>
            <a:r>
              <a:rPr dirty="0" sz="2050" spc="-125">
                <a:solidFill>
                  <a:srgbClr val="544F0F"/>
                </a:solidFill>
                <a:latin typeface="Times New Roman"/>
                <a:cs typeface="Times New Roman"/>
              </a:rPr>
              <a:t>HZ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ts val="2180"/>
              </a:lnSpc>
            </a:pPr>
            <a:r>
              <a:rPr dirty="0" sz="1650" spc="-15">
                <a:solidFill>
                  <a:srgbClr val="3F3A0C"/>
                </a:solidFill>
                <a:latin typeface="Times New Roman"/>
                <a:cs typeface="Times New Roman"/>
              </a:rPr>
              <a:t>( </a:t>
            </a:r>
            <a:r>
              <a:rPr dirty="0" sz="1650" spc="-20">
                <a:solidFill>
                  <a:srgbClr val="3F3A0C"/>
                </a:solidFill>
                <a:latin typeface="Times New Roman"/>
                <a:cs typeface="Times New Roman"/>
              </a:rPr>
              <a:t>:0 </a:t>
            </a:r>
            <a:r>
              <a:rPr dirty="0" sz="1650" spc="-265">
                <a:solidFill>
                  <a:srgbClr val="261C08"/>
                </a:solidFill>
                <a:latin typeface="Times New Roman"/>
                <a:cs typeface="Times New Roman"/>
              </a:rPr>
              <a:t>11</a:t>
            </a:r>
            <a:r>
              <a:rPr dirty="0" sz="1650" spc="-265">
                <a:solidFill>
                  <a:srgbClr val="3F3A0C"/>
                </a:solidFill>
                <a:latin typeface="Times New Roman"/>
                <a:cs typeface="Times New Roman"/>
              </a:rPr>
              <a:t>d </a:t>
            </a:r>
            <a:r>
              <a:rPr dirty="0" sz="1650" spc="-210">
                <a:solidFill>
                  <a:srgbClr val="3F3A0C"/>
                </a:solidFill>
                <a:latin typeface="Times New Roman"/>
                <a:cs typeface="Times New Roman"/>
              </a:rPr>
              <a:t>1.:s </a:t>
            </a:r>
            <a:r>
              <a:rPr dirty="0" sz="1650" spc="-265">
                <a:solidFill>
                  <a:srgbClr val="3F3A0C"/>
                </a:solidFill>
                <a:latin typeface="Times New Roman"/>
                <a:cs typeface="Times New Roman"/>
              </a:rPr>
              <a:t>a </a:t>
            </a:r>
            <a:r>
              <a:rPr dirty="0" sz="1900" spc="65">
                <a:solidFill>
                  <a:srgbClr val="261C08"/>
                </a:solidFill>
                <a:latin typeface="Times New Roman"/>
                <a:cs typeface="Times New Roman"/>
              </a:rPr>
              <a:t>d</a:t>
            </a:r>
            <a:r>
              <a:rPr dirty="0" sz="1900" spc="65">
                <a:solidFill>
                  <a:srgbClr val="3F3A0C"/>
                </a:solidFill>
                <a:latin typeface="Times New Roman"/>
                <a:cs typeface="Times New Roman"/>
              </a:rPr>
              <a:t>e</a:t>
            </a:r>
            <a:r>
              <a:rPr dirty="0" sz="1900" spc="-160">
                <a:solidFill>
                  <a:srgbClr val="3F3A0C"/>
                </a:solidFill>
                <a:latin typeface="Times New Roman"/>
                <a:cs typeface="Times New Roman"/>
              </a:rPr>
              <a:t> </a:t>
            </a:r>
            <a:r>
              <a:rPr dirty="0" sz="1650" spc="-25">
                <a:solidFill>
                  <a:srgbClr val="3F3A0C"/>
                </a:solidFill>
                <a:latin typeface="Times New Roman"/>
                <a:cs typeface="Times New Roman"/>
              </a:rPr>
              <a:t>Ara!!:ÓII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03791" y="2657479"/>
            <a:ext cx="2447925" cy="732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6425">
              <a:lnSpc>
                <a:spcPts val="1260"/>
              </a:lnSpc>
              <a:spcBef>
                <a:spcPts val="105"/>
              </a:spcBef>
              <a:tabLst>
                <a:tab pos="1129030" algn="l"/>
              </a:tabLst>
            </a:pPr>
            <a:r>
              <a:rPr dirty="0" sz="1300" spc="5">
                <a:solidFill>
                  <a:srgbClr val="265256"/>
                </a:solidFill>
                <a:latin typeface="Times New Roman"/>
                <a:cs typeface="Times New Roman"/>
              </a:rPr>
              <a:t>,	</a:t>
            </a:r>
            <a:r>
              <a:rPr dirty="0" sz="1300" spc="5">
                <a:solidFill>
                  <a:srgbClr val="1C3D42"/>
                </a:solidFill>
                <a:latin typeface="Times New Roman"/>
                <a:cs typeface="Times New Roman"/>
              </a:rPr>
              <a:t>,</a:t>
            </a:r>
            <a:endParaRPr sz="1300">
              <a:latin typeface="Times New Roman"/>
              <a:cs typeface="Times New Roman"/>
            </a:endParaRPr>
          </a:p>
          <a:p>
            <a:pPr marL="1270">
              <a:lnSpc>
                <a:spcPts val="1935"/>
              </a:lnSpc>
            </a:pPr>
            <a:r>
              <a:rPr dirty="0" sz="2050" spc="-120">
                <a:solidFill>
                  <a:srgbClr val="1C3D42"/>
                </a:solidFill>
                <a:latin typeface="Times New Roman"/>
                <a:cs typeface="Times New Roman"/>
              </a:rPr>
              <a:t>CrA</a:t>
            </a:r>
            <a:r>
              <a:rPr dirty="0" sz="2050" spc="-120">
                <a:solidFill>
                  <a:srgbClr val="152326"/>
                </a:solidFill>
                <a:latin typeface="Times New Roman"/>
                <a:cs typeface="Times New Roman"/>
              </a:rPr>
              <a:t>R</a:t>
            </a:r>
            <a:r>
              <a:rPr dirty="0" sz="2050" spc="-120">
                <a:solidFill>
                  <a:srgbClr val="1C3D42"/>
                </a:solidFill>
                <a:latin typeface="Times New Roman"/>
                <a:cs typeface="Times New Roman"/>
              </a:rPr>
              <a:t>C'IA </a:t>
            </a:r>
            <a:r>
              <a:rPr dirty="0" sz="2050" spc="-160">
                <a:solidFill>
                  <a:srgbClr val="265256"/>
                </a:solidFill>
                <a:latin typeface="Times New Roman"/>
                <a:cs typeface="Times New Roman"/>
              </a:rPr>
              <a:t>S</a:t>
            </a:r>
            <a:r>
              <a:rPr dirty="0" sz="2050" spc="-160">
                <a:solidFill>
                  <a:srgbClr val="0C1113"/>
                </a:solidFill>
                <a:latin typeface="Times New Roman"/>
                <a:cs typeface="Times New Roman"/>
              </a:rPr>
              <a:t>.</a:t>
            </a:r>
            <a:r>
              <a:rPr dirty="0" sz="2050" spc="-160">
                <a:solidFill>
                  <a:srgbClr val="1C3D42"/>
                </a:solidFill>
                <a:latin typeface="Times New Roman"/>
                <a:cs typeface="Times New Roman"/>
              </a:rPr>
              <a:t>ANCHH </a:t>
            </a:r>
            <a:r>
              <a:rPr dirty="0" sz="2050" spc="114">
                <a:solidFill>
                  <a:srgbClr val="1C3D42"/>
                </a:solidFill>
                <a:latin typeface="Times New Roman"/>
                <a:cs typeface="Times New Roman"/>
              </a:rPr>
              <a:t>Z</a:t>
            </a:r>
            <a:r>
              <a:rPr dirty="0" sz="2050" spc="-135">
                <a:solidFill>
                  <a:srgbClr val="1C3D42"/>
                </a:solidFill>
                <a:latin typeface="Times New Roman"/>
                <a:cs typeface="Times New Roman"/>
              </a:rPr>
              <a:t> </a:t>
            </a:r>
            <a:r>
              <a:rPr dirty="0" sz="1900" spc="-190" b="1">
                <a:solidFill>
                  <a:srgbClr val="152326"/>
                </a:solidFill>
                <a:latin typeface="Arial"/>
                <a:cs typeface="Arial"/>
              </a:rPr>
              <a:t>1</a:t>
            </a:r>
            <a:endParaRPr sz="1900">
              <a:latin typeface="Arial"/>
              <a:cs typeface="Arial"/>
            </a:endParaRPr>
          </a:p>
          <a:p>
            <a:pPr>
              <a:lnSpc>
                <a:spcPts val="2355"/>
              </a:lnSpc>
            </a:pPr>
            <a:r>
              <a:rPr dirty="0" sz="2150" spc="10">
                <a:solidFill>
                  <a:srgbClr val="1C3D42"/>
                </a:solidFill>
                <a:latin typeface="Times New Roman"/>
                <a:cs typeface="Times New Roman"/>
              </a:rPr>
              <a:t>926</a:t>
            </a:r>
            <a:r>
              <a:rPr dirty="0" sz="2150" spc="10">
                <a:solidFill>
                  <a:srgbClr val="152326"/>
                </a:solidFill>
                <a:latin typeface="Times New Roman"/>
                <a:cs typeface="Times New Roman"/>
              </a:rPr>
              <a:t>-</a:t>
            </a:r>
            <a:r>
              <a:rPr dirty="0" sz="2150" spc="10">
                <a:solidFill>
                  <a:srgbClr val="265256"/>
                </a:solidFill>
                <a:latin typeface="Times New Roman"/>
                <a:cs typeface="Times New Roman"/>
              </a:rPr>
              <a:t>970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95020" y="3436813"/>
            <a:ext cx="110489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55" b="1">
                <a:solidFill>
                  <a:srgbClr val="C6110A"/>
                </a:solid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6794" y="3647622"/>
            <a:ext cx="2830195" cy="5981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62560">
              <a:lnSpc>
                <a:spcPts val="2185"/>
              </a:lnSpc>
              <a:spcBef>
                <a:spcPts val="110"/>
              </a:spcBef>
            </a:pPr>
            <a:r>
              <a:rPr dirty="0" sz="2050">
                <a:solidFill>
                  <a:srgbClr val="422624"/>
                </a:solidFill>
                <a:latin typeface="Times New Roman"/>
                <a:cs typeface="Times New Roman"/>
              </a:rPr>
              <a:t>GARCfA</a:t>
            </a:r>
            <a:r>
              <a:rPr dirty="0" sz="2050" spc="-160">
                <a:solidFill>
                  <a:srgbClr val="422624"/>
                </a:solidFill>
                <a:latin typeface="Times New Roman"/>
                <a:cs typeface="Times New Roman"/>
              </a:rPr>
              <a:t> </a:t>
            </a:r>
            <a:r>
              <a:rPr dirty="0" sz="2050" spc="10">
                <a:solidFill>
                  <a:srgbClr val="563433"/>
                </a:solidFill>
                <a:latin typeface="Times New Roman"/>
                <a:cs typeface="Times New Roman"/>
              </a:rPr>
              <a:t>FERNÁNDEZ</a:t>
            </a:r>
            <a:endParaRPr sz="2050">
              <a:latin typeface="Times New Roman"/>
              <a:cs typeface="Times New Roman"/>
            </a:endParaRPr>
          </a:p>
          <a:p>
            <a:pPr marL="160655">
              <a:lnSpc>
                <a:spcPts val="2305"/>
              </a:lnSpc>
            </a:pPr>
            <a:r>
              <a:rPr dirty="0" sz="2150" spc="-40">
                <a:solidFill>
                  <a:srgbClr val="563433"/>
                </a:solidFill>
                <a:latin typeface="Times New Roman"/>
                <a:cs typeface="Times New Roman"/>
              </a:rPr>
              <a:t>970-995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35648" y="3596518"/>
            <a:ext cx="3281045" cy="5981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185"/>
              </a:lnSpc>
              <a:spcBef>
                <a:spcPts val="110"/>
              </a:spcBef>
            </a:pPr>
            <a:r>
              <a:rPr dirty="0" sz="2050" spc="-40">
                <a:solidFill>
                  <a:srgbClr val="1C3D42"/>
                </a:solidFill>
                <a:latin typeface="Times New Roman"/>
                <a:cs typeface="Times New Roman"/>
              </a:rPr>
              <a:t>SANC'HO </a:t>
            </a:r>
            <a:r>
              <a:rPr dirty="0" sz="1950" spc="-210" b="1">
                <a:solidFill>
                  <a:srgbClr val="152326"/>
                </a:solidFill>
                <a:latin typeface="Arial"/>
                <a:cs typeface="Arial"/>
              </a:rPr>
              <a:t>1</a:t>
            </a:r>
            <a:r>
              <a:rPr dirty="0" sz="1950" spc="-210" b="1">
                <a:solidFill>
                  <a:srgbClr val="1C3D42"/>
                </a:solidFill>
                <a:latin typeface="Arial"/>
                <a:cs typeface="Arial"/>
              </a:rPr>
              <a:t>1 </a:t>
            </a:r>
            <a:r>
              <a:rPr dirty="0" sz="2050" spc="-50">
                <a:solidFill>
                  <a:srgbClr val="1C3D42"/>
                </a:solidFill>
                <a:latin typeface="Times New Roman"/>
                <a:cs typeface="Times New Roman"/>
              </a:rPr>
              <a:t>GARC'ÉS</a:t>
            </a:r>
            <a:r>
              <a:rPr dirty="0" sz="2050" spc="-155">
                <a:solidFill>
                  <a:srgbClr val="1C3D42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1C3D42"/>
                </a:solidFill>
                <a:latin typeface="Times New Roman"/>
                <a:cs typeface="Times New Roman"/>
              </a:rPr>
              <a:t>Ab</a:t>
            </a:r>
            <a:r>
              <a:rPr dirty="0" sz="2050">
                <a:solidFill>
                  <a:srgbClr val="152326"/>
                </a:solidFill>
                <a:latin typeface="Times New Roman"/>
                <a:cs typeface="Times New Roman"/>
              </a:rPr>
              <a:t>a</a:t>
            </a:r>
            <a:r>
              <a:rPr dirty="0" sz="2050">
                <a:solidFill>
                  <a:srgbClr val="1C3D42"/>
                </a:solidFill>
                <a:latin typeface="Times New Roman"/>
                <a:cs typeface="Times New Roman"/>
              </a:rPr>
              <a:t>rca</a:t>
            </a:r>
            <a:endParaRPr sz="2050">
              <a:latin typeface="Times New Roman"/>
              <a:cs typeface="Times New Roman"/>
            </a:endParaRPr>
          </a:p>
          <a:p>
            <a:pPr marL="30480">
              <a:lnSpc>
                <a:spcPts val="2305"/>
              </a:lnSpc>
            </a:pPr>
            <a:r>
              <a:rPr dirty="0" sz="2150" spc="-50">
                <a:solidFill>
                  <a:srgbClr val="1C3D42"/>
                </a:solidFill>
                <a:latin typeface="Times New Roman"/>
                <a:cs typeface="Times New Roman"/>
              </a:rPr>
              <a:t>970-994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69526" y="4305581"/>
            <a:ext cx="9969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30" b="1">
                <a:solidFill>
                  <a:srgbClr val="A81C13"/>
                </a:solid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41388" y="4248088"/>
            <a:ext cx="7747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0">
                <a:solidFill>
                  <a:srgbClr val="C6110A"/>
                </a:solidFill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67929" y="4369463"/>
            <a:ext cx="6032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>
                <a:solidFill>
                  <a:srgbClr val="1C3D42"/>
                </a:solidFill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66530" y="4343911"/>
            <a:ext cx="6667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5">
                <a:solidFill>
                  <a:srgbClr val="265256"/>
                </a:solidFill>
                <a:latin typeface="Times New Roman"/>
                <a:cs typeface="Times New Roman"/>
              </a:rPr>
              <a:t>,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36943" y="4452511"/>
            <a:ext cx="3821429" cy="6108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3970">
              <a:lnSpc>
                <a:spcPts val="2235"/>
              </a:lnSpc>
              <a:spcBef>
                <a:spcPts val="110"/>
              </a:spcBef>
            </a:pPr>
            <a:r>
              <a:rPr dirty="0" sz="2050" spc="-10">
                <a:solidFill>
                  <a:srgbClr val="1C3D42"/>
                </a:solidFill>
                <a:latin typeface="Times New Roman"/>
                <a:cs typeface="Times New Roman"/>
              </a:rPr>
              <a:t>G,\</a:t>
            </a:r>
            <a:r>
              <a:rPr dirty="0" sz="2050" spc="-20">
                <a:solidFill>
                  <a:srgbClr val="1C3D42"/>
                </a:solidFill>
                <a:latin typeface="Times New Roman"/>
                <a:cs typeface="Times New Roman"/>
              </a:rPr>
              <a:t> </a:t>
            </a:r>
            <a:r>
              <a:rPr dirty="0" sz="2050" spc="-185">
                <a:solidFill>
                  <a:srgbClr val="1C3D42"/>
                </a:solidFill>
                <a:latin typeface="Times New Roman"/>
                <a:cs typeface="Times New Roman"/>
              </a:rPr>
              <a:t>R(</a:t>
            </a:r>
            <a:r>
              <a:rPr dirty="0" sz="2050" spc="-185">
                <a:solidFill>
                  <a:srgbClr val="3A757C"/>
                </a:solidFill>
                <a:latin typeface="Times New Roman"/>
                <a:cs typeface="Times New Roman"/>
              </a:rPr>
              <a:t>'</a:t>
            </a:r>
            <a:r>
              <a:rPr dirty="0" sz="2050" spc="65">
                <a:solidFill>
                  <a:srgbClr val="3A757C"/>
                </a:solidFill>
                <a:latin typeface="Times New Roman"/>
                <a:cs typeface="Times New Roman"/>
              </a:rPr>
              <a:t> </a:t>
            </a:r>
            <a:r>
              <a:rPr dirty="0" sz="2050" spc="-10">
                <a:solidFill>
                  <a:srgbClr val="1C3D42"/>
                </a:solidFill>
                <a:latin typeface="Times New Roman"/>
                <a:cs typeface="Times New Roman"/>
              </a:rPr>
              <a:t>IA</a:t>
            </a:r>
            <a:r>
              <a:rPr dirty="0" sz="2050" spc="-235">
                <a:solidFill>
                  <a:srgbClr val="1C3D42"/>
                </a:solidFill>
                <a:latin typeface="Times New Roman"/>
                <a:cs typeface="Times New Roman"/>
              </a:rPr>
              <a:t> </a:t>
            </a:r>
            <a:r>
              <a:rPr dirty="0" sz="2050" spc="55">
                <a:solidFill>
                  <a:srgbClr val="265256"/>
                </a:solidFill>
                <a:latin typeface="Times New Roman"/>
                <a:cs typeface="Times New Roman"/>
              </a:rPr>
              <a:t>Si\NCHEZ</a:t>
            </a:r>
            <a:r>
              <a:rPr dirty="0" sz="2050" spc="-195">
                <a:solidFill>
                  <a:srgbClr val="265256"/>
                </a:solidFill>
                <a:latin typeface="Times New Roman"/>
                <a:cs typeface="Times New Roman"/>
              </a:rPr>
              <a:t> </a:t>
            </a:r>
            <a:r>
              <a:rPr dirty="0" sz="2050" spc="-65">
                <a:solidFill>
                  <a:srgbClr val="1C3D42"/>
                </a:solidFill>
                <a:latin typeface="Times New Roman"/>
                <a:cs typeface="Times New Roman"/>
              </a:rPr>
              <a:t>11</a:t>
            </a:r>
            <a:r>
              <a:rPr dirty="0" sz="2050" spc="-65">
                <a:solidFill>
                  <a:srgbClr val="265256"/>
                </a:solidFill>
                <a:latin typeface="Times New Roman"/>
                <a:cs typeface="Times New Roman"/>
              </a:rPr>
              <a:t>e</a:t>
            </a:r>
            <a:r>
              <a:rPr dirty="0" sz="2050" spc="-305">
                <a:solidFill>
                  <a:srgbClr val="265256"/>
                </a:solidFill>
                <a:latin typeface="Times New Roman"/>
                <a:cs typeface="Times New Roman"/>
              </a:rPr>
              <a:t> </a:t>
            </a:r>
            <a:r>
              <a:rPr dirty="0" sz="2050" spc="-70">
                <a:solidFill>
                  <a:srgbClr val="0C1113"/>
                </a:solidFill>
                <a:latin typeface="Times New Roman"/>
                <a:cs typeface="Times New Roman"/>
              </a:rPr>
              <a:t>l</a:t>
            </a:r>
            <a:r>
              <a:rPr dirty="0" sz="2050" spc="-20">
                <a:solidFill>
                  <a:srgbClr val="0C1113"/>
                </a:solidFill>
                <a:latin typeface="Times New Roman"/>
                <a:cs typeface="Times New Roman"/>
              </a:rPr>
              <a:t> </a:t>
            </a:r>
            <a:r>
              <a:rPr dirty="0" sz="2050" spc="-130">
                <a:solidFill>
                  <a:srgbClr val="265256"/>
                </a:solidFill>
                <a:latin typeface="Times New Roman"/>
                <a:cs typeface="Times New Roman"/>
              </a:rPr>
              <a:t>Tc</a:t>
            </a:r>
            <a:r>
              <a:rPr dirty="0" sz="2050" spc="-290">
                <a:solidFill>
                  <a:srgbClr val="265256"/>
                </a:solidFill>
                <a:latin typeface="Times New Roman"/>
                <a:cs typeface="Times New Roman"/>
              </a:rPr>
              <a:t> </a:t>
            </a:r>
            <a:r>
              <a:rPr dirty="0" sz="2050" spc="-170">
                <a:solidFill>
                  <a:srgbClr val="152326"/>
                </a:solidFill>
                <a:latin typeface="Times New Roman"/>
                <a:cs typeface="Times New Roman"/>
              </a:rPr>
              <a:t>1</a:t>
            </a:r>
            <a:r>
              <a:rPr dirty="0" sz="2050" spc="-170">
                <a:solidFill>
                  <a:srgbClr val="1C3D42"/>
                </a:solidFill>
                <a:latin typeface="Times New Roman"/>
                <a:cs typeface="Times New Roman"/>
              </a:rPr>
              <a:t>11blón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ts val="2355"/>
              </a:lnSpc>
            </a:pPr>
            <a:r>
              <a:rPr dirty="0" sz="2150" spc="15">
                <a:solidFill>
                  <a:srgbClr val="265256"/>
                </a:solidFill>
                <a:latin typeface="Times New Roman"/>
                <a:cs typeface="Times New Roman"/>
              </a:rPr>
              <a:t>994</a:t>
            </a:r>
            <a:r>
              <a:rPr dirty="0" sz="2150" spc="15">
                <a:solidFill>
                  <a:srgbClr val="0C1113"/>
                </a:solidFill>
                <a:latin typeface="Times New Roman"/>
                <a:cs typeface="Times New Roman"/>
              </a:rPr>
              <a:t>-</a:t>
            </a:r>
            <a:r>
              <a:rPr dirty="0" sz="2150" spc="15">
                <a:solidFill>
                  <a:srgbClr val="1C3D42"/>
                </a:solidFill>
                <a:latin typeface="Times New Roman"/>
                <a:cs typeface="Times New Roman"/>
              </a:rPr>
              <a:t>1000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6794" y="4490839"/>
            <a:ext cx="2823845" cy="8661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80975">
              <a:lnSpc>
                <a:spcPts val="2235"/>
              </a:lnSpc>
              <a:spcBef>
                <a:spcPts val="110"/>
              </a:spcBef>
            </a:pPr>
            <a:r>
              <a:rPr dirty="0" sz="2050" spc="15">
                <a:solidFill>
                  <a:srgbClr val="563433"/>
                </a:solidFill>
                <a:latin typeface="Times New Roman"/>
                <a:cs typeface="Times New Roman"/>
              </a:rPr>
              <a:t>SANCHO </a:t>
            </a:r>
            <a:r>
              <a:rPr dirty="0" sz="2050" spc="-15">
                <a:solidFill>
                  <a:srgbClr val="563433"/>
                </a:solidFill>
                <a:latin typeface="Times New Roman"/>
                <a:cs typeface="Times New Roman"/>
              </a:rPr>
              <a:t>GARCÍA</a:t>
            </a:r>
            <a:endParaRPr sz="2050">
              <a:latin typeface="Times New Roman"/>
              <a:cs typeface="Times New Roman"/>
            </a:endParaRPr>
          </a:p>
          <a:p>
            <a:pPr marL="179070">
              <a:lnSpc>
                <a:spcPts val="2010"/>
              </a:lnSpc>
            </a:pPr>
            <a:r>
              <a:rPr dirty="0" sz="2050" spc="80">
                <a:solidFill>
                  <a:srgbClr val="6B4D4D"/>
                </a:solidFill>
                <a:latin typeface="Times New Roman"/>
                <a:cs typeface="Times New Roman"/>
              </a:rPr>
              <a:t>E</a:t>
            </a:r>
            <a:r>
              <a:rPr dirty="0" sz="2050" spc="80">
                <a:solidFill>
                  <a:srgbClr val="261C08"/>
                </a:solidFill>
                <a:latin typeface="Times New Roman"/>
                <a:cs typeface="Times New Roman"/>
              </a:rPr>
              <a:t>l </a:t>
            </a:r>
            <a:r>
              <a:rPr dirty="0" sz="2050" spc="5">
                <a:solidFill>
                  <a:srgbClr val="261C08"/>
                </a:solidFill>
                <a:latin typeface="Times New Roman"/>
                <a:cs typeface="Times New Roman"/>
              </a:rPr>
              <a:t>d</a:t>
            </a:r>
            <a:r>
              <a:rPr dirty="0" sz="2050" spc="5">
                <a:solidFill>
                  <a:srgbClr val="563433"/>
                </a:solidFill>
                <a:latin typeface="Times New Roman"/>
                <a:cs typeface="Times New Roman"/>
              </a:rPr>
              <a:t>e </a:t>
            </a:r>
            <a:r>
              <a:rPr dirty="0" sz="2050" spc="70">
                <a:solidFill>
                  <a:srgbClr val="422624"/>
                </a:solidFill>
                <a:latin typeface="Times New Roman"/>
                <a:cs typeface="Times New Roman"/>
              </a:rPr>
              <a:t>los</a:t>
            </a:r>
            <a:r>
              <a:rPr dirty="0" sz="2050" spc="-345">
                <a:solidFill>
                  <a:srgbClr val="422624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422624"/>
                </a:solidFill>
                <a:latin typeface="Times New Roman"/>
                <a:cs typeface="Times New Roman"/>
              </a:rPr>
              <a:t>bue</a:t>
            </a:r>
            <a:r>
              <a:rPr dirty="0" sz="2050">
                <a:solidFill>
                  <a:srgbClr val="0C1113"/>
                </a:solidFill>
                <a:latin typeface="Times New Roman"/>
                <a:cs typeface="Times New Roman"/>
              </a:rPr>
              <a:t>n</a:t>
            </a:r>
            <a:r>
              <a:rPr dirty="0" sz="2050">
                <a:solidFill>
                  <a:srgbClr val="563433"/>
                </a:solidFill>
                <a:latin typeface="Times New Roman"/>
                <a:cs typeface="Times New Roman"/>
              </a:rPr>
              <a:t>os </a:t>
            </a:r>
            <a:r>
              <a:rPr dirty="0" sz="2050" spc="10">
                <a:solidFill>
                  <a:srgbClr val="422624"/>
                </a:solidFill>
                <a:latin typeface="Times New Roman"/>
                <a:cs typeface="Times New Roman"/>
              </a:rPr>
              <a:t>fueros</a:t>
            </a:r>
            <a:endParaRPr sz="2050">
              <a:latin typeface="Times New Roman"/>
              <a:cs typeface="Times New Roman"/>
            </a:endParaRPr>
          </a:p>
          <a:p>
            <a:pPr marL="186055">
              <a:lnSpc>
                <a:spcPts val="2355"/>
              </a:lnSpc>
            </a:pPr>
            <a:r>
              <a:rPr dirty="0" sz="2150" spc="-30">
                <a:solidFill>
                  <a:srgbClr val="563433"/>
                </a:solidFill>
                <a:latin typeface="Times New Roman"/>
                <a:cs typeface="Times New Roman"/>
              </a:rPr>
              <a:t>995-10</a:t>
            </a:r>
            <a:r>
              <a:rPr dirty="0" sz="2150" spc="-30">
                <a:solidFill>
                  <a:srgbClr val="0C1113"/>
                </a:solidFill>
                <a:latin typeface="Times New Roman"/>
                <a:cs typeface="Times New Roman"/>
              </a:rPr>
              <a:t>1</a:t>
            </a:r>
            <a:r>
              <a:rPr dirty="0" sz="2150" spc="-30">
                <a:solidFill>
                  <a:srgbClr val="563433"/>
                </a:solidFill>
                <a:latin typeface="Times New Roman"/>
                <a:cs typeface="Times New Roman"/>
              </a:rPr>
              <a:t>7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243485" y="5040202"/>
            <a:ext cx="965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10">
                <a:solidFill>
                  <a:srgbClr val="C6110A"/>
                </a:solidFill>
                <a:latin typeface="Arial"/>
                <a:cs typeface="Arial"/>
              </a:rPr>
              <a:t>•</a:t>
            </a:r>
            <a:endParaRPr sz="15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48743" y="5468192"/>
            <a:ext cx="459105" cy="2863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98780" algn="l"/>
              </a:tabLst>
            </a:pPr>
            <a:r>
              <a:rPr dirty="0" sz="1700" spc="20">
                <a:solidFill>
                  <a:srgbClr val="A13D3F"/>
                </a:solidFill>
                <a:latin typeface="Times New Roman"/>
                <a:cs typeface="Times New Roman"/>
              </a:rPr>
              <a:t>(</a:t>
            </a:r>
            <a:r>
              <a:rPr dirty="0" sz="1700" spc="-40">
                <a:solidFill>
                  <a:srgbClr val="A13D3F"/>
                </a:solidFill>
                <a:latin typeface="Times New Roman"/>
                <a:cs typeface="Times New Roman"/>
              </a:rPr>
              <a:t> </a:t>
            </a:r>
            <a:r>
              <a:rPr dirty="0" sz="1700" spc="-300">
                <a:solidFill>
                  <a:srgbClr val="9C7472"/>
                </a:solidFill>
                <a:latin typeface="Times New Roman"/>
                <a:cs typeface="Times New Roman"/>
              </a:rPr>
              <a:t>1</a:t>
            </a:r>
            <a:r>
              <a:rPr dirty="0" sz="1700">
                <a:solidFill>
                  <a:srgbClr val="9C7472"/>
                </a:solidFill>
                <a:latin typeface="Times New Roman"/>
                <a:cs typeface="Times New Roman"/>
              </a:rPr>
              <a:t>	</a:t>
            </a:r>
            <a:r>
              <a:rPr dirty="0" sz="1700" spc="-200">
                <a:solidFill>
                  <a:srgbClr val="952B2A"/>
                </a:solidFill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59738" y="5219057"/>
            <a:ext cx="2524125" cy="8788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40029">
              <a:lnSpc>
                <a:spcPts val="2285"/>
              </a:lnSpc>
              <a:spcBef>
                <a:spcPts val="110"/>
              </a:spcBef>
            </a:pPr>
            <a:r>
              <a:rPr dirty="0" sz="2050" spc="-75">
                <a:solidFill>
                  <a:srgbClr val="422624"/>
                </a:solidFill>
                <a:latin typeface="Times New Roman"/>
                <a:cs typeface="Times New Roman"/>
              </a:rPr>
              <a:t>l\1A</a:t>
            </a:r>
            <a:r>
              <a:rPr dirty="0" sz="2050" spc="-75">
                <a:solidFill>
                  <a:srgbClr val="563433"/>
                </a:solidFill>
                <a:latin typeface="Times New Roman"/>
                <a:cs typeface="Times New Roman"/>
              </a:rPr>
              <a:t>YOR </a:t>
            </a:r>
            <a:r>
              <a:rPr dirty="0" sz="2050">
                <a:solidFill>
                  <a:srgbClr val="563433"/>
                </a:solidFill>
                <a:latin typeface="Times New Roman"/>
                <a:cs typeface="Times New Roman"/>
              </a:rPr>
              <a:t>o</a:t>
            </a:r>
            <a:r>
              <a:rPr dirty="0" sz="2050" spc="-50">
                <a:solidFill>
                  <a:srgbClr val="563433"/>
                </a:solidFill>
                <a:latin typeface="Times New Roman"/>
                <a:cs typeface="Times New Roman"/>
              </a:rPr>
              <a:t> </a:t>
            </a:r>
            <a:r>
              <a:rPr dirty="0" sz="2050" spc="-25">
                <a:solidFill>
                  <a:srgbClr val="563433"/>
                </a:solidFill>
                <a:latin typeface="Times New Roman"/>
                <a:cs typeface="Times New Roman"/>
              </a:rPr>
              <a:t>ELVIRA</a:t>
            </a:r>
            <a:endParaRPr sz="2050">
              <a:latin typeface="Times New Roman"/>
              <a:cs typeface="Times New Roman"/>
            </a:endParaRPr>
          </a:p>
          <a:p>
            <a:pPr marL="238760">
              <a:lnSpc>
                <a:spcPts val="2065"/>
              </a:lnSpc>
            </a:pPr>
            <a:r>
              <a:rPr dirty="0" sz="2050" spc="25">
                <a:solidFill>
                  <a:srgbClr val="563433"/>
                </a:solidFill>
                <a:latin typeface="Times New Roman"/>
                <a:cs typeface="Times New Roman"/>
              </a:rPr>
              <a:t>Condesa</a:t>
            </a:r>
            <a:r>
              <a:rPr dirty="0" sz="2050" spc="-175">
                <a:solidFill>
                  <a:srgbClr val="563433"/>
                </a:solidFill>
                <a:latin typeface="Times New Roman"/>
                <a:cs typeface="Times New Roman"/>
              </a:rPr>
              <a:t> </a:t>
            </a:r>
            <a:r>
              <a:rPr dirty="0" sz="2050" spc="90">
                <a:solidFill>
                  <a:srgbClr val="422624"/>
                </a:solidFill>
                <a:latin typeface="Times New Roman"/>
                <a:cs typeface="Times New Roman"/>
              </a:rPr>
              <a:t>de</a:t>
            </a:r>
            <a:r>
              <a:rPr dirty="0" sz="2050" spc="-235">
                <a:solidFill>
                  <a:srgbClr val="422624"/>
                </a:solidFill>
                <a:latin typeface="Times New Roman"/>
                <a:cs typeface="Times New Roman"/>
              </a:rPr>
              <a:t> </a:t>
            </a:r>
            <a:r>
              <a:rPr dirty="0" sz="2050" spc="20">
                <a:solidFill>
                  <a:srgbClr val="563433"/>
                </a:solidFill>
                <a:latin typeface="Times New Roman"/>
                <a:cs typeface="Times New Roman"/>
              </a:rPr>
              <a:t>Cast</a:t>
            </a:r>
            <a:r>
              <a:rPr dirty="0" sz="2050" spc="20">
                <a:solidFill>
                  <a:srgbClr val="261C08"/>
                </a:solidFill>
                <a:latin typeface="Times New Roman"/>
                <a:cs typeface="Times New Roman"/>
              </a:rPr>
              <a:t>i</a:t>
            </a:r>
            <a:r>
              <a:rPr dirty="0" sz="2050" spc="20">
                <a:solidFill>
                  <a:srgbClr val="563433"/>
                </a:solidFill>
                <a:latin typeface="Times New Roman"/>
                <a:cs typeface="Times New Roman"/>
              </a:rPr>
              <a:t>lla</a:t>
            </a:r>
            <a:endParaRPr sz="2050">
              <a:latin typeface="Times New Roman"/>
              <a:cs typeface="Times New Roman"/>
            </a:endParaRPr>
          </a:p>
          <a:p>
            <a:pPr marL="241935">
              <a:lnSpc>
                <a:spcPts val="2355"/>
              </a:lnSpc>
            </a:pPr>
            <a:r>
              <a:rPr dirty="0" sz="2150" spc="-50">
                <a:solidFill>
                  <a:srgbClr val="422624"/>
                </a:solidFill>
                <a:latin typeface="Times New Roman"/>
                <a:cs typeface="Times New Roman"/>
              </a:rPr>
              <a:t>1029-1035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50289" y="5346819"/>
            <a:ext cx="4130040" cy="6108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46710">
              <a:lnSpc>
                <a:spcPts val="2235"/>
              </a:lnSpc>
              <a:spcBef>
                <a:spcPts val="110"/>
              </a:spcBef>
              <a:tabLst>
                <a:tab pos="1517650" algn="l"/>
              </a:tabLst>
            </a:pPr>
            <a:r>
              <a:rPr dirty="0" sz="2050" spc="-35">
                <a:solidFill>
                  <a:srgbClr val="265256"/>
                </a:solidFill>
                <a:latin typeface="Times New Roman"/>
                <a:cs typeface="Times New Roman"/>
              </a:rPr>
              <a:t>S</a:t>
            </a:r>
            <a:r>
              <a:rPr dirty="0" sz="2050" spc="-210">
                <a:solidFill>
                  <a:srgbClr val="265256"/>
                </a:solidFill>
                <a:latin typeface="Times New Roman"/>
                <a:cs typeface="Times New Roman"/>
              </a:rPr>
              <a:t> </a:t>
            </a:r>
            <a:r>
              <a:rPr dirty="0" sz="2050" spc="-200">
                <a:solidFill>
                  <a:srgbClr val="265256"/>
                </a:solidFill>
                <a:latin typeface="Times New Roman"/>
                <a:cs typeface="Times New Roman"/>
              </a:rPr>
              <a:t>ANC</a:t>
            </a:r>
            <a:r>
              <a:rPr dirty="0" sz="2050" spc="-200">
                <a:solidFill>
                  <a:srgbClr val="152326"/>
                </a:solidFill>
                <a:latin typeface="Times New Roman"/>
                <a:cs typeface="Times New Roman"/>
              </a:rPr>
              <a:t>J</a:t>
            </a:r>
            <a:r>
              <a:rPr dirty="0" sz="2050" spc="-200">
                <a:solidFill>
                  <a:srgbClr val="1C3D42"/>
                </a:solidFill>
                <a:latin typeface="Times New Roman"/>
                <a:cs typeface="Times New Roman"/>
              </a:rPr>
              <a:t>TO	</a:t>
            </a:r>
            <a:r>
              <a:rPr dirty="0" sz="1950" spc="-520" b="1">
                <a:solidFill>
                  <a:srgbClr val="152326"/>
                </a:solidFill>
                <a:latin typeface="Arial"/>
                <a:cs typeface="Arial"/>
              </a:rPr>
              <a:t>TT</a:t>
            </a:r>
            <a:r>
              <a:rPr dirty="0" sz="1950" spc="-520" b="1">
                <a:solidFill>
                  <a:srgbClr val="1C3D42"/>
                </a:solidFill>
                <a:latin typeface="Arial"/>
                <a:cs typeface="Arial"/>
              </a:rPr>
              <a:t>T </a:t>
            </a:r>
            <a:r>
              <a:rPr dirty="0" sz="2050" spc="-80">
                <a:solidFill>
                  <a:srgbClr val="265256"/>
                </a:solidFill>
                <a:latin typeface="Times New Roman"/>
                <a:cs typeface="Times New Roman"/>
              </a:rPr>
              <a:t>Q,1\RCÉS </a:t>
            </a:r>
            <a:r>
              <a:rPr dirty="0" sz="2050" spc="65">
                <a:solidFill>
                  <a:srgbClr val="265256"/>
                </a:solidFill>
                <a:latin typeface="Times New Roman"/>
                <a:cs typeface="Times New Roman"/>
              </a:rPr>
              <a:t>e</a:t>
            </a:r>
            <a:r>
              <a:rPr dirty="0" sz="2050" spc="65">
                <a:solidFill>
                  <a:srgbClr val="152326"/>
                </a:solidFill>
                <a:latin typeface="Times New Roman"/>
                <a:cs typeface="Times New Roman"/>
              </a:rPr>
              <a:t>l</a:t>
            </a:r>
            <a:r>
              <a:rPr dirty="0" sz="2050" spc="-50">
                <a:solidFill>
                  <a:srgbClr val="152326"/>
                </a:solidFill>
                <a:latin typeface="Times New Roman"/>
                <a:cs typeface="Times New Roman"/>
              </a:rPr>
              <a:t> </a:t>
            </a:r>
            <a:r>
              <a:rPr dirty="0" sz="2050" spc="-35">
                <a:solidFill>
                  <a:srgbClr val="1C3D42"/>
                </a:solidFill>
                <a:latin typeface="Times New Roman"/>
                <a:cs typeface="Times New Roman"/>
              </a:rPr>
              <a:t>l\</a:t>
            </a:r>
            <a:r>
              <a:rPr dirty="0" sz="2050" spc="-35">
                <a:solidFill>
                  <a:srgbClr val="152326"/>
                </a:solidFill>
                <a:latin typeface="Times New Roman"/>
                <a:cs typeface="Times New Roman"/>
              </a:rPr>
              <a:t>1</a:t>
            </a:r>
            <a:r>
              <a:rPr dirty="0" sz="2050" spc="-35">
                <a:solidFill>
                  <a:srgbClr val="265256"/>
                </a:solidFill>
                <a:latin typeface="Times New Roman"/>
                <a:cs typeface="Times New Roman"/>
              </a:rPr>
              <a:t>ayor</a:t>
            </a:r>
            <a:endParaRPr sz="2050">
              <a:latin typeface="Times New Roman"/>
              <a:cs typeface="Times New Roman"/>
            </a:endParaRPr>
          </a:p>
          <a:p>
            <a:pPr marL="382270">
              <a:lnSpc>
                <a:spcPts val="2355"/>
              </a:lnSpc>
            </a:pPr>
            <a:r>
              <a:rPr dirty="0" sz="2150" spc="-140">
                <a:solidFill>
                  <a:srgbClr val="1C3D42"/>
                </a:solidFill>
                <a:latin typeface="Times New Roman"/>
                <a:cs typeface="Times New Roman"/>
              </a:rPr>
              <a:t>1000</a:t>
            </a:r>
            <a:r>
              <a:rPr dirty="0" sz="2150" spc="-325">
                <a:solidFill>
                  <a:srgbClr val="1C3D42"/>
                </a:solidFill>
                <a:latin typeface="Times New Roman"/>
                <a:cs typeface="Times New Roman"/>
              </a:rPr>
              <a:t> </a:t>
            </a:r>
            <a:r>
              <a:rPr dirty="0" sz="2150" spc="-215">
                <a:solidFill>
                  <a:srgbClr val="0C1113"/>
                </a:solidFill>
                <a:latin typeface="Times New Roman"/>
                <a:cs typeface="Times New Roman"/>
              </a:rPr>
              <a:t>-1</a:t>
            </a:r>
            <a:r>
              <a:rPr dirty="0" sz="2150" spc="-215">
                <a:solidFill>
                  <a:srgbClr val="265256"/>
                </a:solidFill>
                <a:latin typeface="Times New Roman"/>
                <a:cs typeface="Times New Roman"/>
              </a:rPr>
              <a:t>035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6794" y="6407231"/>
            <a:ext cx="1797685" cy="5956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06375">
              <a:lnSpc>
                <a:spcPts val="2235"/>
              </a:lnSpc>
              <a:spcBef>
                <a:spcPts val="110"/>
              </a:spcBef>
            </a:pPr>
            <a:r>
              <a:rPr dirty="0" sz="2050" spc="-355">
                <a:solidFill>
                  <a:srgbClr val="5D3B11"/>
                </a:solidFill>
                <a:latin typeface="Times New Roman"/>
                <a:cs typeface="Times New Roman"/>
              </a:rPr>
              <a:t>S</a:t>
            </a:r>
            <a:r>
              <a:rPr dirty="0" sz="2050" spc="-320">
                <a:solidFill>
                  <a:srgbClr val="5D3B11"/>
                </a:solidFill>
                <a:latin typeface="Times New Roman"/>
                <a:cs typeface="Times New Roman"/>
              </a:rPr>
              <a:t> </a:t>
            </a:r>
            <a:r>
              <a:rPr dirty="0" sz="2050" spc="-45">
                <a:solidFill>
                  <a:srgbClr val="3F3A0C"/>
                </a:solidFill>
                <a:latin typeface="Times New Roman"/>
                <a:cs typeface="Times New Roman"/>
              </a:rPr>
              <a:t>AN</a:t>
            </a:r>
            <a:r>
              <a:rPr dirty="0" sz="2050" spc="-45">
                <a:solidFill>
                  <a:srgbClr val="5D3B11"/>
                </a:solidFill>
                <a:latin typeface="Times New Roman"/>
                <a:cs typeface="Times New Roman"/>
              </a:rPr>
              <a:t>C'</a:t>
            </a:r>
            <a:r>
              <a:rPr dirty="0" sz="2050" spc="-45">
                <a:solidFill>
                  <a:srgbClr val="3F3A0C"/>
                </a:solidFill>
                <a:latin typeface="Times New Roman"/>
                <a:cs typeface="Times New Roman"/>
              </a:rPr>
              <a:t>HA</a:t>
            </a:r>
            <a:endParaRPr sz="2050">
              <a:latin typeface="Times New Roman"/>
              <a:cs typeface="Times New Roman"/>
            </a:endParaRPr>
          </a:p>
          <a:p>
            <a:pPr marL="218440">
              <a:lnSpc>
                <a:spcPts val="2235"/>
              </a:lnSpc>
            </a:pPr>
            <a:r>
              <a:rPr dirty="0" sz="2050" spc="10">
                <a:solidFill>
                  <a:srgbClr val="3F3A0C"/>
                </a:solidFill>
                <a:latin typeface="Times New Roman"/>
                <a:cs typeface="Times New Roman"/>
              </a:rPr>
              <a:t>R</a:t>
            </a:r>
            <a:r>
              <a:rPr dirty="0" sz="2050" spc="10">
                <a:solidFill>
                  <a:srgbClr val="5D3B11"/>
                </a:solidFill>
                <a:latin typeface="Times New Roman"/>
                <a:cs typeface="Times New Roman"/>
              </a:rPr>
              <a:t>ei</a:t>
            </a:r>
            <a:r>
              <a:rPr dirty="0" sz="2050" spc="10">
                <a:solidFill>
                  <a:srgbClr val="261C08"/>
                </a:solidFill>
                <a:latin typeface="Times New Roman"/>
                <a:cs typeface="Times New Roman"/>
              </a:rPr>
              <a:t>n</a:t>
            </a:r>
            <a:r>
              <a:rPr dirty="0" sz="2050" spc="10">
                <a:solidFill>
                  <a:srgbClr val="3F3A0C"/>
                </a:solidFill>
                <a:latin typeface="Times New Roman"/>
                <a:cs typeface="Times New Roman"/>
              </a:rPr>
              <a:t>a d</a:t>
            </a:r>
            <a:r>
              <a:rPr dirty="0" sz="2050" spc="10">
                <a:solidFill>
                  <a:srgbClr val="5D3B11"/>
                </a:solidFill>
                <a:latin typeface="Times New Roman"/>
                <a:cs typeface="Times New Roman"/>
              </a:rPr>
              <a:t>e</a:t>
            </a:r>
            <a:r>
              <a:rPr dirty="0" sz="2050" spc="-195">
                <a:solidFill>
                  <a:srgbClr val="5D3B11"/>
                </a:solidFill>
                <a:latin typeface="Times New Roman"/>
                <a:cs typeface="Times New Roman"/>
              </a:rPr>
              <a:t> </a:t>
            </a:r>
            <a:r>
              <a:rPr dirty="0" sz="2050" spc="55">
                <a:solidFill>
                  <a:srgbClr val="5D3B11"/>
                </a:solidFill>
                <a:latin typeface="Times New Roman"/>
                <a:cs typeface="Times New Roman"/>
              </a:rPr>
              <a:t>Leó</a:t>
            </a:r>
            <a:r>
              <a:rPr dirty="0" sz="2050" spc="55">
                <a:solidFill>
                  <a:srgbClr val="261C08"/>
                </a:solidFill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33799" y="6464727"/>
            <a:ext cx="510540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-570">
                <a:solidFill>
                  <a:srgbClr val="A13D3F"/>
                </a:solidFill>
                <a:latin typeface="Arial"/>
                <a:cs typeface="Arial"/>
              </a:rPr>
              <a:t>CID</a:t>
            </a:r>
            <a:endParaRPr sz="3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38511" y="6183577"/>
            <a:ext cx="1810385" cy="856615"/>
          </a:xfrm>
          <a:prstGeom prst="rect">
            <a:avLst/>
          </a:prstGeom>
          <a:ln w="38239">
            <a:solidFill>
              <a:srgbClr val="000000"/>
            </a:solidFill>
          </a:ln>
        </p:spPr>
        <p:txBody>
          <a:bodyPr wrap="square" lIns="0" tIns="237490" rIns="0" bIns="0" rtlCol="0" vert="horz">
            <a:spAutoFit/>
          </a:bodyPr>
          <a:lstStyle/>
          <a:p>
            <a:pPr marL="148590">
              <a:lnSpc>
                <a:spcPts val="2235"/>
              </a:lnSpc>
              <a:spcBef>
                <a:spcPts val="1870"/>
              </a:spcBef>
            </a:pPr>
            <a:r>
              <a:rPr dirty="0" sz="2050">
                <a:solidFill>
                  <a:srgbClr val="563433"/>
                </a:solidFill>
                <a:latin typeface="Times New Roman"/>
                <a:cs typeface="Times New Roman"/>
              </a:rPr>
              <a:t>FERNANDO</a:t>
            </a:r>
            <a:endParaRPr sz="2050">
              <a:latin typeface="Times New Roman"/>
              <a:cs typeface="Times New Roman"/>
            </a:endParaRPr>
          </a:p>
          <a:p>
            <a:pPr marL="147955">
              <a:lnSpc>
                <a:spcPts val="2235"/>
              </a:lnSpc>
            </a:pPr>
            <a:r>
              <a:rPr dirty="0" sz="2050" spc="30">
                <a:solidFill>
                  <a:srgbClr val="422624"/>
                </a:solidFill>
                <a:latin typeface="Times New Roman"/>
                <a:cs typeface="Times New Roman"/>
              </a:rPr>
              <a:t>Rey </a:t>
            </a:r>
            <a:r>
              <a:rPr dirty="0" sz="2050">
                <a:solidFill>
                  <a:srgbClr val="261C08"/>
                </a:solidFill>
                <a:latin typeface="Times New Roman"/>
                <a:cs typeface="Times New Roman"/>
              </a:rPr>
              <a:t>d</a:t>
            </a:r>
            <a:r>
              <a:rPr dirty="0" sz="2050">
                <a:solidFill>
                  <a:srgbClr val="563433"/>
                </a:solidFill>
                <a:latin typeface="Times New Roman"/>
                <a:cs typeface="Times New Roman"/>
              </a:rPr>
              <a:t>e</a:t>
            </a:r>
            <a:r>
              <a:rPr dirty="0" sz="2050" spc="-170">
                <a:solidFill>
                  <a:srgbClr val="563433"/>
                </a:solidFill>
                <a:latin typeface="Times New Roman"/>
                <a:cs typeface="Times New Roman"/>
              </a:rPr>
              <a:t> </a:t>
            </a:r>
            <a:r>
              <a:rPr dirty="0" sz="2050" spc="10">
                <a:solidFill>
                  <a:srgbClr val="563433"/>
                </a:solidFill>
                <a:latin typeface="Times New Roman"/>
                <a:cs typeface="Times New Roman"/>
              </a:rPr>
              <a:t>Castilla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90227" y="6394455"/>
            <a:ext cx="1581150" cy="6108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00660">
              <a:lnSpc>
                <a:spcPts val="2235"/>
              </a:lnSpc>
              <a:spcBef>
                <a:spcPts val="110"/>
              </a:spcBef>
            </a:pPr>
            <a:r>
              <a:rPr dirty="0" sz="2050">
                <a:solidFill>
                  <a:srgbClr val="1C3D42"/>
                </a:solidFill>
                <a:latin typeface="Times New Roman"/>
                <a:cs typeface="Times New Roman"/>
              </a:rPr>
              <a:t>GARCÍA</a:t>
            </a:r>
            <a:r>
              <a:rPr dirty="0" sz="2050" spc="-100">
                <a:solidFill>
                  <a:srgbClr val="1C3D42"/>
                </a:solidFill>
                <a:latin typeface="Times New Roman"/>
                <a:cs typeface="Times New Roman"/>
              </a:rPr>
              <a:t> </a:t>
            </a:r>
            <a:r>
              <a:rPr dirty="0" sz="2050" spc="40">
                <a:solidFill>
                  <a:srgbClr val="265256"/>
                </a:solidFill>
                <a:latin typeface="Times New Roman"/>
                <a:cs typeface="Times New Roman"/>
              </a:rPr>
              <a:t>III</a:t>
            </a:r>
            <a:endParaRPr sz="2050">
              <a:latin typeface="Times New Roman"/>
              <a:cs typeface="Times New Roman"/>
            </a:endParaRPr>
          </a:p>
          <a:p>
            <a:pPr marL="203835">
              <a:lnSpc>
                <a:spcPts val="2355"/>
              </a:lnSpc>
            </a:pPr>
            <a:r>
              <a:rPr dirty="0" sz="2150" spc="-40">
                <a:solidFill>
                  <a:srgbClr val="1C3D42"/>
                </a:solidFill>
                <a:latin typeface="Times New Roman"/>
                <a:cs typeface="Times New Roman"/>
              </a:rPr>
              <a:t>1035-1054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65465" y="6183577"/>
            <a:ext cx="1899285" cy="856615"/>
          </a:xfrm>
          <a:prstGeom prst="rect">
            <a:avLst/>
          </a:prstGeom>
          <a:ln w="38239">
            <a:solidFill>
              <a:srgbClr val="000000"/>
            </a:solidFill>
          </a:ln>
        </p:spPr>
        <p:txBody>
          <a:bodyPr wrap="square" lIns="0" tIns="224790" rIns="0" bIns="0" rtlCol="0" vert="horz">
            <a:spAutoFit/>
          </a:bodyPr>
          <a:lstStyle/>
          <a:p>
            <a:pPr marL="237490">
              <a:lnSpc>
                <a:spcPts val="2285"/>
              </a:lnSpc>
              <a:spcBef>
                <a:spcPts val="1770"/>
              </a:spcBef>
            </a:pPr>
            <a:r>
              <a:rPr dirty="0" sz="2050" spc="-55">
                <a:solidFill>
                  <a:srgbClr val="3F3A0C"/>
                </a:solidFill>
                <a:latin typeface="Times New Roman"/>
                <a:cs typeface="Times New Roman"/>
              </a:rPr>
              <a:t>RAl\1IRO</a:t>
            </a:r>
            <a:r>
              <a:rPr dirty="0" sz="2050" spc="150">
                <a:solidFill>
                  <a:srgbClr val="3F3A0C"/>
                </a:solidFill>
                <a:latin typeface="Times New Roman"/>
                <a:cs typeface="Times New Roman"/>
              </a:rPr>
              <a:t> </a:t>
            </a:r>
            <a:r>
              <a:rPr dirty="0" sz="2050" spc="5">
                <a:solidFill>
                  <a:srgbClr val="3F3A0C"/>
                </a:solidFill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  <a:p>
            <a:pPr marL="233679">
              <a:lnSpc>
                <a:spcPts val="2285"/>
              </a:lnSpc>
            </a:pPr>
            <a:r>
              <a:rPr dirty="0" sz="2050" spc="60">
                <a:solidFill>
                  <a:srgbClr val="3F3A0C"/>
                </a:solidFill>
                <a:latin typeface="Times New Roman"/>
                <a:cs typeface="Times New Roman"/>
              </a:rPr>
              <a:t>llcy </a:t>
            </a:r>
            <a:r>
              <a:rPr dirty="0" sz="2050" spc="90">
                <a:solidFill>
                  <a:srgbClr val="3F3A0C"/>
                </a:solidFill>
                <a:latin typeface="Times New Roman"/>
                <a:cs typeface="Times New Roman"/>
              </a:rPr>
              <a:t>de</a:t>
            </a:r>
            <a:r>
              <a:rPr dirty="0" sz="2050" spc="-300">
                <a:solidFill>
                  <a:srgbClr val="3F3A0C"/>
                </a:solidFill>
                <a:latin typeface="Times New Roman"/>
                <a:cs typeface="Times New Roman"/>
              </a:rPr>
              <a:t> </a:t>
            </a:r>
            <a:r>
              <a:rPr dirty="0" sz="2050" spc="-25">
                <a:solidFill>
                  <a:srgbClr val="3F3A0C"/>
                </a:solidFill>
                <a:latin typeface="Times New Roman"/>
                <a:cs typeface="Times New Roman"/>
              </a:rPr>
              <a:t>Aragón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85316" y="6183577"/>
            <a:ext cx="3301365" cy="856615"/>
          </a:xfrm>
          <a:prstGeom prst="rect">
            <a:avLst/>
          </a:prstGeom>
          <a:ln w="38239">
            <a:solidFill>
              <a:srgbClr val="000000"/>
            </a:solidFill>
          </a:ln>
        </p:spPr>
        <p:txBody>
          <a:bodyPr wrap="square" lIns="0" tIns="237490" rIns="0" bIns="0" rtlCol="0" vert="horz">
            <a:spAutoFit/>
          </a:bodyPr>
          <a:lstStyle/>
          <a:p>
            <a:pPr marL="143510">
              <a:lnSpc>
                <a:spcPts val="2235"/>
              </a:lnSpc>
              <a:spcBef>
                <a:spcPts val="1870"/>
              </a:spcBef>
            </a:pPr>
            <a:r>
              <a:rPr dirty="0" sz="2050">
                <a:solidFill>
                  <a:srgbClr val="3F3A0C"/>
                </a:solidFill>
                <a:latin typeface="Times New Roman"/>
                <a:cs typeface="Times New Roman"/>
              </a:rPr>
              <a:t>GONZALO</a:t>
            </a:r>
            <a:endParaRPr sz="2050">
              <a:latin typeface="Times New Roman"/>
              <a:cs typeface="Times New Roman"/>
            </a:endParaRPr>
          </a:p>
          <a:p>
            <a:pPr marL="157480">
              <a:lnSpc>
                <a:spcPts val="2235"/>
              </a:lnSpc>
            </a:pPr>
            <a:r>
              <a:rPr dirty="0" sz="2050" spc="-75">
                <a:solidFill>
                  <a:srgbClr val="3F3A0C"/>
                </a:solidFill>
                <a:latin typeface="Times New Roman"/>
                <a:cs typeface="Times New Roman"/>
              </a:rPr>
              <a:t>l{cy </a:t>
            </a:r>
            <a:r>
              <a:rPr dirty="0" sz="2050" spc="-105">
                <a:solidFill>
                  <a:srgbClr val="3F3A0C"/>
                </a:solidFill>
                <a:latin typeface="Times New Roman"/>
                <a:cs typeface="Times New Roman"/>
              </a:rPr>
              <a:t>ele </a:t>
            </a:r>
            <a:r>
              <a:rPr dirty="0" sz="2050" spc="15">
                <a:solidFill>
                  <a:srgbClr val="3F3A0C"/>
                </a:solidFill>
                <a:latin typeface="Times New Roman"/>
                <a:cs typeface="Times New Roman"/>
              </a:rPr>
              <a:t>Sobrarbc </a:t>
            </a:r>
            <a:r>
              <a:rPr dirty="0" sz="1900" spc="20">
                <a:solidFill>
                  <a:srgbClr val="544F0F"/>
                </a:solidFill>
                <a:latin typeface="Arial"/>
                <a:cs typeface="Arial"/>
              </a:rPr>
              <a:t>y</a:t>
            </a:r>
            <a:r>
              <a:rPr dirty="0" sz="1900" spc="-135">
                <a:solidFill>
                  <a:srgbClr val="544F0F"/>
                </a:solidFill>
                <a:latin typeface="Arial"/>
                <a:cs typeface="Arial"/>
              </a:rPr>
              <a:t> </a:t>
            </a:r>
            <a:r>
              <a:rPr dirty="0" sz="2050" spc="-20">
                <a:solidFill>
                  <a:srgbClr val="3F3A0C"/>
                </a:solidFill>
                <a:latin typeface="Times New Roman"/>
                <a:cs typeface="Times New Roman"/>
              </a:rPr>
              <a:t>llibago17a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03298" y="7058802"/>
            <a:ext cx="7874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solidFill>
                  <a:srgbClr val="C6110A"/>
                </a:solidFill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137866" y="7058802"/>
            <a:ext cx="7874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solidFill>
                  <a:srgbClr val="C6110A"/>
                </a:solidFill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02974" y="7237671"/>
            <a:ext cx="1581150" cy="8661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04775">
              <a:lnSpc>
                <a:spcPts val="2285"/>
              </a:lnSpc>
              <a:spcBef>
                <a:spcPts val="110"/>
              </a:spcBef>
            </a:pPr>
            <a:r>
              <a:rPr dirty="0" sz="2050" spc="65">
                <a:solidFill>
                  <a:srgbClr val="1C3D42"/>
                </a:solidFill>
                <a:latin typeface="Times New Roman"/>
                <a:cs typeface="Times New Roman"/>
              </a:rPr>
              <a:t>SANCHOlV</a:t>
            </a:r>
            <a:endParaRPr sz="2050">
              <a:latin typeface="Times New Roman"/>
              <a:cs typeface="Times New Roman"/>
            </a:endParaRPr>
          </a:p>
          <a:p>
            <a:pPr marL="102870">
              <a:lnSpc>
                <a:spcPts val="2010"/>
              </a:lnSpc>
            </a:pPr>
            <a:r>
              <a:rPr dirty="0" sz="2050" spc="60">
                <a:solidFill>
                  <a:srgbClr val="265256"/>
                </a:solidFill>
                <a:latin typeface="Times New Roman"/>
                <a:cs typeface="Times New Roman"/>
              </a:rPr>
              <a:t>El </a:t>
            </a:r>
            <a:r>
              <a:rPr dirty="0" sz="2050" spc="90">
                <a:solidFill>
                  <a:srgbClr val="1C3D42"/>
                </a:solidFill>
                <a:latin typeface="Times New Roman"/>
                <a:cs typeface="Times New Roman"/>
              </a:rPr>
              <a:t>de</a:t>
            </a:r>
            <a:r>
              <a:rPr dirty="0" sz="2050" spc="-325">
                <a:solidFill>
                  <a:srgbClr val="1C3D42"/>
                </a:solidFill>
                <a:latin typeface="Times New Roman"/>
                <a:cs typeface="Times New Roman"/>
              </a:rPr>
              <a:t> </a:t>
            </a:r>
            <a:r>
              <a:rPr dirty="0" sz="2050" spc="-10">
                <a:solidFill>
                  <a:srgbClr val="1C3D42"/>
                </a:solidFill>
                <a:latin typeface="Times New Roman"/>
                <a:cs typeface="Times New Roman"/>
              </a:rPr>
              <a:t>Peiialé</a:t>
            </a:r>
            <a:r>
              <a:rPr dirty="0" sz="2050" spc="-10">
                <a:solidFill>
                  <a:srgbClr val="0C1113"/>
                </a:solidFill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  <a:p>
            <a:pPr marL="127000">
              <a:lnSpc>
                <a:spcPts val="2305"/>
              </a:lnSpc>
            </a:pPr>
            <a:r>
              <a:rPr dirty="0" sz="2150" spc="-155">
                <a:solidFill>
                  <a:srgbClr val="0C1113"/>
                </a:solidFill>
                <a:latin typeface="Times New Roman"/>
                <a:cs typeface="Times New Roman"/>
              </a:rPr>
              <a:t>1</a:t>
            </a:r>
            <a:r>
              <a:rPr dirty="0" sz="2150" spc="-155">
                <a:solidFill>
                  <a:srgbClr val="1C3D42"/>
                </a:solidFill>
                <a:latin typeface="Times New Roman"/>
                <a:cs typeface="Times New Roman"/>
              </a:rPr>
              <a:t>054</a:t>
            </a:r>
            <a:r>
              <a:rPr dirty="0" sz="2150" spc="-170">
                <a:solidFill>
                  <a:srgbClr val="1C3D42"/>
                </a:solidFill>
                <a:latin typeface="Times New Roman"/>
                <a:cs typeface="Times New Roman"/>
              </a:rPr>
              <a:t> </a:t>
            </a:r>
            <a:r>
              <a:rPr dirty="0" sz="2150" spc="80">
                <a:solidFill>
                  <a:srgbClr val="1C3D42"/>
                </a:solidFill>
                <a:latin typeface="Times New Roman"/>
                <a:cs typeface="Times New Roman"/>
              </a:rPr>
              <a:t>-1076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93389" y="7097132"/>
            <a:ext cx="3416300" cy="1007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46050">
              <a:lnSpc>
                <a:spcPts val="1425"/>
              </a:lnSpc>
              <a:spcBef>
                <a:spcPts val="105"/>
              </a:spcBef>
            </a:pPr>
            <a:r>
              <a:rPr dirty="0" sz="1450" spc="15">
                <a:solidFill>
                  <a:srgbClr val="544F0F"/>
                </a:solidFill>
                <a:latin typeface="Times New Roman"/>
                <a:cs typeface="Times New Roman"/>
              </a:rPr>
              <a:t>,</a:t>
            </a:r>
            <a:endParaRPr sz="1450">
              <a:latin typeface="Times New Roman"/>
              <a:cs typeface="Times New Roman"/>
            </a:endParaRPr>
          </a:p>
          <a:p>
            <a:pPr marL="155575">
              <a:lnSpc>
                <a:spcPts val="1920"/>
              </a:lnSpc>
            </a:pPr>
            <a:r>
              <a:rPr dirty="0" sz="2050" spc="-15">
                <a:solidFill>
                  <a:srgbClr val="3F3A0C"/>
                </a:solidFill>
                <a:latin typeface="Times New Roman"/>
                <a:cs typeface="Times New Roman"/>
              </a:rPr>
              <a:t>S</a:t>
            </a:r>
            <a:r>
              <a:rPr dirty="0" sz="2050" spc="-15">
                <a:solidFill>
                  <a:srgbClr val="6E6701"/>
                </a:solidFill>
                <a:latin typeface="Times New Roman"/>
                <a:cs typeface="Times New Roman"/>
              </a:rPr>
              <a:t>.</a:t>
            </a:r>
            <a:r>
              <a:rPr dirty="0" sz="2050" spc="-15">
                <a:solidFill>
                  <a:srgbClr val="3F3A0C"/>
                </a:solidFill>
                <a:latin typeface="Times New Roman"/>
                <a:cs typeface="Times New Roman"/>
              </a:rPr>
              <a:t>i\NC'HO</a:t>
            </a:r>
            <a:r>
              <a:rPr dirty="0" sz="2050" spc="-325">
                <a:solidFill>
                  <a:srgbClr val="3F3A0C"/>
                </a:solidFill>
                <a:latin typeface="Times New Roman"/>
                <a:cs typeface="Times New Roman"/>
              </a:rPr>
              <a:t> </a:t>
            </a:r>
            <a:r>
              <a:rPr dirty="0" sz="2050" spc="35">
                <a:solidFill>
                  <a:srgbClr val="3F3A0C"/>
                </a:solidFill>
                <a:latin typeface="Times New Roman"/>
                <a:cs typeface="Times New Roman"/>
              </a:rPr>
              <a:t>llA!\1lllE'l</a:t>
            </a:r>
            <a:endParaRPr sz="2050">
              <a:latin typeface="Times New Roman"/>
              <a:cs typeface="Times New Roman"/>
            </a:endParaRPr>
          </a:p>
          <a:p>
            <a:pPr marL="167005">
              <a:lnSpc>
                <a:spcPts val="2070"/>
              </a:lnSpc>
            </a:pPr>
            <a:r>
              <a:rPr dirty="0" sz="2050" spc="45">
                <a:solidFill>
                  <a:srgbClr val="3F3A0C"/>
                </a:solidFill>
                <a:latin typeface="Times New Roman"/>
                <a:cs typeface="Times New Roman"/>
              </a:rPr>
              <a:t>Rcy </a:t>
            </a:r>
            <a:r>
              <a:rPr dirty="0" sz="2050" spc="-20">
                <a:solidFill>
                  <a:srgbClr val="3F3A0C"/>
                </a:solidFill>
                <a:latin typeface="Times New Roman"/>
                <a:cs typeface="Times New Roman"/>
              </a:rPr>
              <a:t>dc </a:t>
            </a:r>
            <a:r>
              <a:rPr dirty="0" sz="2050" spc="-15">
                <a:solidFill>
                  <a:srgbClr val="3F3A0C"/>
                </a:solidFill>
                <a:latin typeface="Times New Roman"/>
                <a:cs typeface="Times New Roman"/>
              </a:rPr>
              <a:t>/\ </a:t>
            </a:r>
            <a:r>
              <a:rPr dirty="0" sz="2050" spc="-15">
                <a:solidFill>
                  <a:srgbClr val="0C1113"/>
                </a:solidFill>
                <a:latin typeface="Times New Roman"/>
                <a:cs typeface="Times New Roman"/>
              </a:rPr>
              <a:t>r</a:t>
            </a:r>
            <a:r>
              <a:rPr dirty="0" sz="2050" spc="-15">
                <a:solidFill>
                  <a:srgbClr val="3F3A0C"/>
                </a:solidFill>
                <a:latin typeface="Times New Roman"/>
                <a:cs typeface="Times New Roman"/>
              </a:rPr>
              <a:t>agón </a:t>
            </a:r>
            <a:r>
              <a:rPr dirty="0" sz="2150" spc="-85">
                <a:solidFill>
                  <a:srgbClr val="544F0F"/>
                </a:solidFill>
                <a:latin typeface="Times New Roman"/>
                <a:cs typeface="Times New Roman"/>
              </a:rPr>
              <a:t>(</a:t>
            </a:r>
            <a:r>
              <a:rPr dirty="0" sz="2150" spc="-475">
                <a:solidFill>
                  <a:srgbClr val="544F0F"/>
                </a:solidFill>
                <a:latin typeface="Times New Roman"/>
                <a:cs typeface="Times New Roman"/>
              </a:rPr>
              <a:t> </a:t>
            </a:r>
            <a:r>
              <a:rPr dirty="0" sz="2150" spc="-180">
                <a:solidFill>
                  <a:srgbClr val="261C08"/>
                </a:solidFill>
                <a:latin typeface="Times New Roman"/>
                <a:cs typeface="Times New Roman"/>
              </a:rPr>
              <a:t>1</a:t>
            </a:r>
            <a:r>
              <a:rPr dirty="0" sz="2150" spc="-180">
                <a:solidFill>
                  <a:srgbClr val="3F3A0C"/>
                </a:solidFill>
                <a:latin typeface="Times New Roman"/>
                <a:cs typeface="Times New Roman"/>
              </a:rPr>
              <a:t>063 </a:t>
            </a:r>
            <a:r>
              <a:rPr dirty="0" sz="2150" spc="5">
                <a:solidFill>
                  <a:srgbClr val="261C08"/>
                </a:solidFill>
                <a:latin typeface="Times New Roman"/>
                <a:cs typeface="Times New Roman"/>
              </a:rPr>
              <a:t>-1</a:t>
            </a:r>
            <a:r>
              <a:rPr dirty="0" sz="2150" spc="5">
                <a:solidFill>
                  <a:srgbClr val="544F0F"/>
                </a:solidFill>
                <a:latin typeface="Times New Roman"/>
                <a:cs typeface="Times New Roman"/>
              </a:rPr>
              <a:t>094)</a:t>
            </a:r>
            <a:endParaRPr sz="2150">
              <a:latin typeface="Times New Roman"/>
              <a:cs typeface="Times New Roman"/>
            </a:endParaRPr>
          </a:p>
          <a:p>
            <a:pPr marL="179705">
              <a:lnSpc>
                <a:spcPts val="2295"/>
              </a:lnSpc>
            </a:pPr>
            <a:r>
              <a:rPr dirty="0" sz="2150" spc="-95">
                <a:solidFill>
                  <a:srgbClr val="3F3A0C"/>
                </a:solidFill>
                <a:latin typeface="Times New Roman"/>
                <a:cs typeface="Times New Roman"/>
              </a:rPr>
              <a:t>Rey </a:t>
            </a:r>
            <a:r>
              <a:rPr dirty="0" sz="2050" spc="-75">
                <a:solidFill>
                  <a:srgbClr val="3F3A0C"/>
                </a:solidFill>
                <a:latin typeface="Times New Roman"/>
                <a:cs typeface="Times New Roman"/>
              </a:rPr>
              <a:t>de </a:t>
            </a:r>
            <a:r>
              <a:rPr dirty="0" sz="2050" spc="-170">
                <a:solidFill>
                  <a:srgbClr val="3F3A0C"/>
                </a:solidFill>
                <a:latin typeface="Times New Roman"/>
                <a:cs typeface="Times New Roman"/>
              </a:rPr>
              <a:t>Pa111plona </a:t>
            </a:r>
            <a:r>
              <a:rPr dirty="0" sz="2150" spc="-120">
                <a:solidFill>
                  <a:srgbClr val="3F3A0C"/>
                </a:solidFill>
                <a:latin typeface="Times New Roman"/>
                <a:cs typeface="Times New Roman"/>
              </a:rPr>
              <a:t>(</a:t>
            </a:r>
            <a:r>
              <a:rPr dirty="0" sz="2150" spc="-345">
                <a:solidFill>
                  <a:srgbClr val="3F3A0C"/>
                </a:solidFill>
                <a:latin typeface="Times New Roman"/>
                <a:cs typeface="Times New Roman"/>
              </a:rPr>
              <a:t> </a:t>
            </a:r>
            <a:r>
              <a:rPr dirty="0" sz="2150" spc="-50">
                <a:solidFill>
                  <a:srgbClr val="261C08"/>
                </a:solidFill>
                <a:latin typeface="Times New Roman"/>
                <a:cs typeface="Times New Roman"/>
              </a:rPr>
              <a:t>1</a:t>
            </a:r>
            <a:r>
              <a:rPr dirty="0" sz="2150" spc="-50">
                <a:solidFill>
                  <a:srgbClr val="3F3A0C"/>
                </a:solidFill>
                <a:latin typeface="Times New Roman"/>
                <a:cs typeface="Times New Roman"/>
              </a:rPr>
              <a:t>076-)()94)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92819" y="8144761"/>
            <a:ext cx="4762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>
                <a:solidFill>
                  <a:srgbClr val="A81C13"/>
                </a:solidFill>
                <a:latin typeface="Arial"/>
                <a:cs typeface="Arial"/>
              </a:rPr>
              <a:t>'</a:t>
            </a:r>
            <a:endParaRPr sz="9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50181" y="8157539"/>
            <a:ext cx="965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10">
                <a:solidFill>
                  <a:srgbClr val="A81C13"/>
                </a:solidFill>
                <a:latin typeface="Arial"/>
                <a:cs typeface="Arial"/>
              </a:rPr>
              <a:t>•</a:t>
            </a:r>
            <a:endParaRPr sz="15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129957" y="8157539"/>
            <a:ext cx="965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10">
                <a:solidFill>
                  <a:srgbClr val="C6110A"/>
                </a:solidFill>
                <a:latin typeface="Arial"/>
                <a:cs typeface="Arial"/>
              </a:rPr>
              <a:t>•</a:t>
            </a:r>
            <a:endParaRPr sz="15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52124" y="8476937"/>
            <a:ext cx="3084830" cy="8921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80340">
              <a:lnSpc>
                <a:spcPts val="2335"/>
              </a:lnSpc>
              <a:spcBef>
                <a:spcPts val="110"/>
              </a:spcBef>
            </a:pPr>
            <a:r>
              <a:rPr dirty="0" sz="1950" spc="65">
                <a:solidFill>
                  <a:srgbClr val="3F3A0C"/>
                </a:solidFill>
                <a:latin typeface="Times New Roman"/>
                <a:cs typeface="Times New Roman"/>
              </a:rPr>
              <a:t>PEI</a:t>
            </a:r>
            <a:r>
              <a:rPr dirty="0" sz="1950" spc="65">
                <a:solidFill>
                  <a:srgbClr val="261C08"/>
                </a:solidFill>
                <a:latin typeface="Times New Roman"/>
                <a:cs typeface="Times New Roman"/>
              </a:rPr>
              <a:t>)</a:t>
            </a:r>
            <a:r>
              <a:rPr dirty="0" sz="1950" spc="65">
                <a:solidFill>
                  <a:srgbClr val="3F3A0C"/>
                </a:solidFill>
                <a:latin typeface="Times New Roman"/>
                <a:cs typeface="Times New Roman"/>
              </a:rPr>
              <a:t>R()</a:t>
            </a:r>
            <a:r>
              <a:rPr dirty="0" sz="1950" spc="-25">
                <a:solidFill>
                  <a:srgbClr val="3F3A0C"/>
                </a:solidFill>
                <a:latin typeface="Times New Roman"/>
                <a:cs typeface="Times New Roman"/>
              </a:rPr>
              <a:t> </a:t>
            </a:r>
            <a:r>
              <a:rPr dirty="0" sz="2050" spc="55">
                <a:solidFill>
                  <a:srgbClr val="3F3A0C"/>
                </a:solidFill>
                <a:latin typeface="Times New Roman"/>
                <a:cs typeface="Times New Roman"/>
              </a:rPr>
              <a:t>S,'\N('IIEZ</a:t>
            </a:r>
            <a:endParaRPr sz="2050">
              <a:latin typeface="Times New Roman"/>
              <a:cs typeface="Times New Roman"/>
            </a:endParaRPr>
          </a:p>
          <a:p>
            <a:pPr marL="177800">
              <a:lnSpc>
                <a:spcPts val="2115"/>
              </a:lnSpc>
            </a:pPr>
            <a:r>
              <a:rPr dirty="0" sz="2050" spc="-80">
                <a:solidFill>
                  <a:srgbClr val="3F3A0C"/>
                </a:solidFill>
                <a:latin typeface="Times New Roman"/>
                <a:cs typeface="Times New Roman"/>
              </a:rPr>
              <a:t>I{ey </a:t>
            </a:r>
            <a:r>
              <a:rPr dirty="0" sz="2050" spc="90">
                <a:solidFill>
                  <a:srgbClr val="3F3A0C"/>
                </a:solidFill>
                <a:latin typeface="Times New Roman"/>
                <a:cs typeface="Times New Roman"/>
              </a:rPr>
              <a:t>de </a:t>
            </a:r>
            <a:r>
              <a:rPr dirty="0" sz="2050" spc="-25">
                <a:solidFill>
                  <a:srgbClr val="3F3A0C"/>
                </a:solidFill>
                <a:latin typeface="Times New Roman"/>
                <a:cs typeface="Times New Roman"/>
              </a:rPr>
              <a:t>Aragón </a:t>
            </a:r>
            <a:r>
              <a:rPr dirty="0" sz="1900" spc="85">
                <a:solidFill>
                  <a:srgbClr val="544F0F"/>
                </a:solidFill>
                <a:latin typeface="Arial"/>
                <a:cs typeface="Arial"/>
              </a:rPr>
              <a:t>y</a:t>
            </a:r>
            <a:r>
              <a:rPr dirty="0" sz="1900" spc="-20">
                <a:solidFill>
                  <a:srgbClr val="544F0F"/>
                </a:solidFill>
                <a:latin typeface="Arial"/>
                <a:cs typeface="Arial"/>
              </a:rPr>
              <a:t> </a:t>
            </a:r>
            <a:r>
              <a:rPr dirty="0" sz="2050" spc="-80">
                <a:solidFill>
                  <a:srgbClr val="3F3A0C"/>
                </a:solidFill>
                <a:latin typeface="Times New Roman"/>
                <a:cs typeface="Times New Roman"/>
              </a:rPr>
              <a:t>Pan1plona</a:t>
            </a:r>
            <a:endParaRPr sz="2050">
              <a:latin typeface="Times New Roman"/>
              <a:cs typeface="Times New Roman"/>
            </a:endParaRPr>
          </a:p>
          <a:p>
            <a:pPr marL="178435">
              <a:lnSpc>
                <a:spcPts val="2355"/>
              </a:lnSpc>
            </a:pPr>
            <a:r>
              <a:rPr dirty="0" sz="2150" spc="35">
                <a:solidFill>
                  <a:srgbClr val="261C08"/>
                </a:solidFill>
                <a:latin typeface="Times New Roman"/>
                <a:cs typeface="Times New Roman"/>
              </a:rPr>
              <a:t>1</a:t>
            </a:r>
            <a:r>
              <a:rPr dirty="0" sz="2150" spc="35">
                <a:solidFill>
                  <a:srgbClr val="3F3A0C"/>
                </a:solidFill>
                <a:latin typeface="Times New Roman"/>
                <a:cs typeface="Times New Roman"/>
              </a:rPr>
              <a:t>094-1104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731900" y="8489713"/>
            <a:ext cx="3148965" cy="8788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82245">
              <a:lnSpc>
                <a:spcPts val="2285"/>
              </a:lnSpc>
              <a:spcBef>
                <a:spcPts val="110"/>
              </a:spcBef>
            </a:pPr>
            <a:r>
              <a:rPr dirty="0" sz="2050" spc="-575">
                <a:solidFill>
                  <a:srgbClr val="3F3A0C"/>
                </a:solidFill>
                <a:latin typeface="Times New Roman"/>
                <a:cs typeface="Times New Roman"/>
              </a:rPr>
              <a:t>A</a:t>
            </a:r>
            <a:r>
              <a:rPr dirty="0" sz="2050" spc="-575">
                <a:solidFill>
                  <a:srgbClr val="6E6701"/>
                </a:solidFill>
                <a:latin typeface="Times New Roman"/>
                <a:cs typeface="Times New Roman"/>
              </a:rPr>
              <a:t>,</a:t>
            </a:r>
            <a:r>
              <a:rPr dirty="0" sz="2050" spc="40">
                <a:solidFill>
                  <a:srgbClr val="6E6701"/>
                </a:solidFill>
                <a:latin typeface="Times New Roman"/>
                <a:cs typeface="Times New Roman"/>
              </a:rPr>
              <a:t> </a:t>
            </a:r>
            <a:r>
              <a:rPr dirty="0" sz="2050" spc="-30">
                <a:solidFill>
                  <a:srgbClr val="3F3A0C"/>
                </a:solidFill>
                <a:latin typeface="Times New Roman"/>
                <a:cs typeface="Times New Roman"/>
              </a:rPr>
              <a:t>l </a:t>
            </a:r>
            <a:r>
              <a:rPr dirty="0" sz="2050" spc="-70">
                <a:solidFill>
                  <a:srgbClr val="3F3A0C"/>
                </a:solidFill>
                <a:latin typeface="Times New Roman"/>
                <a:cs typeface="Times New Roman"/>
              </a:rPr>
              <a:t>f () </a:t>
            </a:r>
            <a:r>
              <a:rPr dirty="0" sz="2050" spc="25">
                <a:solidFill>
                  <a:srgbClr val="3F3A0C"/>
                </a:solidFill>
                <a:latin typeface="Times New Roman"/>
                <a:cs typeface="Times New Roman"/>
              </a:rPr>
              <a:t>NSO</a:t>
            </a:r>
            <a:r>
              <a:rPr dirty="0" sz="2050" spc="-365">
                <a:solidFill>
                  <a:srgbClr val="3F3A0C"/>
                </a:solidFill>
                <a:latin typeface="Times New Roman"/>
                <a:cs typeface="Times New Roman"/>
              </a:rPr>
              <a:t> </a:t>
            </a:r>
            <a:r>
              <a:rPr dirty="0" sz="2050" spc="40">
                <a:solidFill>
                  <a:srgbClr val="3F3A0C"/>
                </a:solidFill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  <a:p>
            <a:pPr marL="189230">
              <a:lnSpc>
                <a:spcPts val="2065"/>
              </a:lnSpc>
            </a:pPr>
            <a:r>
              <a:rPr dirty="0" sz="2050" spc="-75">
                <a:solidFill>
                  <a:srgbClr val="3F3A0C"/>
                </a:solidFill>
                <a:latin typeface="Times New Roman"/>
                <a:cs typeface="Times New Roman"/>
              </a:rPr>
              <a:t>l{ey </a:t>
            </a:r>
            <a:r>
              <a:rPr dirty="0" sz="2050" spc="90">
                <a:solidFill>
                  <a:srgbClr val="3F3A0C"/>
                </a:solidFill>
                <a:latin typeface="Times New Roman"/>
                <a:cs typeface="Times New Roman"/>
              </a:rPr>
              <a:t>de </a:t>
            </a:r>
            <a:r>
              <a:rPr dirty="0" sz="2050" spc="-10">
                <a:solidFill>
                  <a:srgbClr val="544F0F"/>
                </a:solidFill>
                <a:latin typeface="Times New Roman"/>
                <a:cs typeface="Times New Roman"/>
              </a:rPr>
              <a:t>A</a:t>
            </a:r>
            <a:r>
              <a:rPr dirty="0" sz="2050" spc="-10">
                <a:solidFill>
                  <a:srgbClr val="261C08"/>
                </a:solidFill>
                <a:latin typeface="Times New Roman"/>
                <a:cs typeface="Times New Roman"/>
              </a:rPr>
              <a:t>r</a:t>
            </a:r>
            <a:r>
              <a:rPr dirty="0" sz="2050" spc="-10">
                <a:solidFill>
                  <a:srgbClr val="3F3A0C"/>
                </a:solidFill>
                <a:latin typeface="Times New Roman"/>
                <a:cs typeface="Times New Roman"/>
              </a:rPr>
              <a:t>agón </a:t>
            </a:r>
            <a:r>
              <a:rPr dirty="0" sz="1900" spc="-20">
                <a:solidFill>
                  <a:srgbClr val="544F0F"/>
                </a:solidFill>
                <a:latin typeface="Arial"/>
                <a:cs typeface="Arial"/>
              </a:rPr>
              <a:t>y</a:t>
            </a:r>
            <a:r>
              <a:rPr dirty="0" sz="1900" spc="-15">
                <a:solidFill>
                  <a:srgbClr val="544F0F"/>
                </a:solidFill>
                <a:latin typeface="Arial"/>
                <a:cs typeface="Arial"/>
              </a:rPr>
              <a:t> </a:t>
            </a:r>
            <a:r>
              <a:rPr dirty="0" sz="2050" spc="-60">
                <a:solidFill>
                  <a:srgbClr val="261C08"/>
                </a:solidFill>
                <a:latin typeface="Times New Roman"/>
                <a:cs typeface="Times New Roman"/>
              </a:rPr>
              <a:t>P</a:t>
            </a:r>
            <a:r>
              <a:rPr dirty="0" sz="2050" spc="-60">
                <a:solidFill>
                  <a:srgbClr val="544F0F"/>
                </a:solidFill>
                <a:latin typeface="Times New Roman"/>
                <a:cs typeface="Times New Roman"/>
              </a:rPr>
              <a:t>a11</a:t>
            </a:r>
            <a:r>
              <a:rPr dirty="0" sz="2050" spc="-60">
                <a:solidFill>
                  <a:srgbClr val="261C08"/>
                </a:solidFill>
                <a:latin typeface="Times New Roman"/>
                <a:cs typeface="Times New Roman"/>
              </a:rPr>
              <a:t>pl</a:t>
            </a:r>
            <a:r>
              <a:rPr dirty="0" sz="2050" spc="-60">
                <a:solidFill>
                  <a:srgbClr val="3F3A0C"/>
                </a:solidFill>
                <a:latin typeface="Times New Roman"/>
                <a:cs typeface="Times New Roman"/>
              </a:rPr>
              <a:t>ona</a:t>
            </a:r>
            <a:endParaRPr sz="2050">
              <a:latin typeface="Times New Roman"/>
              <a:cs typeface="Times New Roman"/>
            </a:endParaRPr>
          </a:p>
          <a:p>
            <a:pPr marL="178435">
              <a:lnSpc>
                <a:spcPts val="2355"/>
              </a:lnSpc>
            </a:pPr>
            <a:r>
              <a:rPr dirty="0" sz="2150" spc="-60">
                <a:solidFill>
                  <a:srgbClr val="3F3A0C"/>
                </a:solidFill>
                <a:latin typeface="Times New Roman"/>
                <a:cs typeface="Times New Roman"/>
              </a:rPr>
              <a:t>1104-1134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10317" y="9230720"/>
            <a:ext cx="3621404" cy="4318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650" spc="-55" b="1">
                <a:solidFill>
                  <a:srgbClr val="0C1113"/>
                </a:solidFill>
                <a:latin typeface="Times New Roman"/>
                <a:cs typeface="Times New Roman"/>
              </a:rPr>
              <a:t>RRTNO </a:t>
            </a:r>
            <a:r>
              <a:rPr dirty="0" sz="2650" spc="20" b="1">
                <a:solidFill>
                  <a:srgbClr val="0C1113"/>
                </a:solidFill>
                <a:latin typeface="Times New Roman"/>
                <a:cs typeface="Times New Roman"/>
              </a:rPr>
              <a:t>OR</a:t>
            </a:r>
            <a:r>
              <a:rPr dirty="0" sz="2650" spc="180" b="1">
                <a:solidFill>
                  <a:srgbClr val="0C1113"/>
                </a:solidFill>
                <a:latin typeface="Times New Roman"/>
                <a:cs typeface="Times New Roman"/>
              </a:rPr>
              <a:t> </a:t>
            </a:r>
            <a:r>
              <a:rPr dirty="0" sz="2650" b="1">
                <a:solidFill>
                  <a:srgbClr val="152326"/>
                </a:solidFill>
                <a:latin typeface="Times New Roman"/>
                <a:cs typeface="Times New Roman"/>
              </a:rPr>
              <a:t>NAVARRA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2024-06-21T10:06:50Z</dcterms:created>
  <dcterms:modified xsi:type="dcterms:W3CDTF">2024-06-21T10:06:50Z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2024-06-21T00:00:00Z</vt:filetime>
  </property>
  <property fmtid="{D5CDD505-2E9C-101B-9397-08002B2CF9AE}" pid="3" name="Creator">
    <vt:lpwstr>Adobe Acrobat 20.13</vt:lpwstr>
  </property>
  <property fmtid="{D5CDD505-2E9C-101B-9397-08002B2CF9AE}" pid="4" name="LastSaved">
    <vt:filetime>2024-06-21T00:00:00Z</vt:filetime>
  </property>
</Properties>
</file>